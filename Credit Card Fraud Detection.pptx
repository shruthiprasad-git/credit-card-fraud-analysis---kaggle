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597" r:id="rId1"/>
  </p:sldMasterIdLst>
  <p:notesMasterIdLst>
    <p:notesMasterId r:id="rId17"/>
  </p:notesMasterIdLst>
  <p:sldIdLst>
    <p:sldId id="256" r:id="rId2"/>
    <p:sldId id="296" r:id="rId3"/>
    <p:sldId id="272" r:id="rId4"/>
    <p:sldId id="299" r:id="rId5"/>
    <p:sldId id="300" r:id="rId6"/>
    <p:sldId id="301" r:id="rId7"/>
    <p:sldId id="302" r:id="rId8"/>
    <p:sldId id="303" r:id="rId9"/>
    <p:sldId id="305" r:id="rId10"/>
    <p:sldId id="306" r:id="rId11"/>
    <p:sldId id="309" r:id="rId12"/>
    <p:sldId id="308" r:id="rId13"/>
    <p:sldId id="292" r:id="rId14"/>
    <p:sldId id="307" r:id="rId15"/>
    <p:sldId id="28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451"/>
    <a:srgbClr val="EAB200"/>
    <a:srgbClr val="D2A000"/>
    <a:srgbClr val="C09200"/>
    <a:srgbClr val="169A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E4A289-5FBD-4929-B532-B22BB6487D6E}" v="15" dt="2026-09-03T17:39:54.253"/>
  </p1510:revLst>
</p1510:revInfo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67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84" y="200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uthi Prasad" userId="4c6def9a748305c2" providerId="LiveId" clId="{59184A1A-A57E-46D5-80B4-0D0761AC2003}"/>
    <pc:docChg chg="undo custSel addSld delSld modSld sldOrd modMainMaster">
      <pc:chgData name="Shruthi Prasad" userId="4c6def9a748305c2" providerId="LiveId" clId="{59184A1A-A57E-46D5-80B4-0D0761AC2003}" dt="2026-09-03T17:57:13.090" v="18011" actId="20577"/>
      <pc:docMkLst>
        <pc:docMk/>
      </pc:docMkLst>
      <pc:sldChg chg="addSp delSp modSp mod modNotesTx">
        <pc:chgData name="Shruthi Prasad" userId="4c6def9a748305c2" providerId="LiveId" clId="{59184A1A-A57E-46D5-80B4-0D0761AC2003}" dt="2026-08-29T06:56:42.327" v="6452" actId="20577"/>
        <pc:sldMkLst>
          <pc:docMk/>
          <pc:sldMk cId="748146144" sldId="256"/>
        </pc:sldMkLst>
        <pc:spChg chg="mod">
          <ac:chgData name="Shruthi Prasad" userId="4c6def9a748305c2" providerId="LiveId" clId="{59184A1A-A57E-46D5-80B4-0D0761AC2003}" dt="2026-08-29T06:08:22.661" v="4569" actId="20577"/>
          <ac:spMkLst>
            <pc:docMk/>
            <pc:sldMk cId="748146144" sldId="256"/>
            <ac:spMk id="2" creationId="{052B2433-B567-458F-948C-37C593BFC1CF}"/>
          </ac:spMkLst>
        </pc:spChg>
        <pc:spChg chg="mod">
          <ac:chgData name="Shruthi Prasad" userId="4c6def9a748305c2" providerId="LiveId" clId="{59184A1A-A57E-46D5-80B4-0D0761AC2003}" dt="2026-08-29T06:56:42.327" v="6452" actId="20577"/>
          <ac:spMkLst>
            <pc:docMk/>
            <pc:sldMk cId="748146144" sldId="256"/>
            <ac:spMk id="3" creationId="{E5DAA707-4308-46AF-B7B7-02AB6671F46F}"/>
          </ac:spMkLst>
        </pc:spChg>
      </pc:sldChg>
      <pc:sldChg chg="addSp delSp modSp mod ord">
        <pc:chgData name="Shruthi Prasad" userId="4c6def9a748305c2" providerId="LiveId" clId="{59184A1A-A57E-46D5-80B4-0D0761AC2003}" dt="2026-08-29T15:48:36.666" v="8297" actId="1076"/>
        <pc:sldMkLst>
          <pc:docMk/>
          <pc:sldMk cId="3143703990" sldId="272"/>
        </pc:sldMkLst>
        <pc:spChg chg="mod">
          <ac:chgData name="Shruthi Prasad" userId="4c6def9a748305c2" providerId="LiveId" clId="{59184A1A-A57E-46D5-80B4-0D0761AC2003}" dt="2026-08-29T06:33:26.364" v="4992" actId="1076"/>
          <ac:spMkLst>
            <pc:docMk/>
            <pc:sldMk cId="3143703990" sldId="272"/>
            <ac:spMk id="2" creationId="{A12F224D-A64A-4A9C-8D35-CE1EBEC1B552}"/>
          </ac:spMkLst>
        </pc:spChg>
        <pc:spChg chg="add mod">
          <ac:chgData name="Shruthi Prasad" userId="4c6def9a748305c2" providerId="LiveId" clId="{59184A1A-A57E-46D5-80B4-0D0761AC2003}" dt="2026-08-29T15:17:31.278" v="7844" actId="1076"/>
          <ac:spMkLst>
            <pc:docMk/>
            <pc:sldMk cId="3143703990" sldId="272"/>
            <ac:spMk id="6" creationId="{5626CCD9-AD2C-C432-3773-759BC880892C}"/>
          </ac:spMkLst>
        </pc:spChg>
        <pc:spChg chg="add mod">
          <ac:chgData name="Shruthi Prasad" userId="4c6def9a748305c2" providerId="LiveId" clId="{59184A1A-A57E-46D5-80B4-0D0761AC2003}" dt="2026-08-29T06:33:35.013" v="4993" actId="1076"/>
          <ac:spMkLst>
            <pc:docMk/>
            <pc:sldMk cId="3143703990" sldId="272"/>
            <ac:spMk id="9" creationId="{F965C396-56E9-C1E5-91CC-6A30F373AB9B}"/>
          </ac:spMkLst>
        </pc:spChg>
        <pc:spChg chg="add mod">
          <ac:chgData name="Shruthi Prasad" userId="4c6def9a748305c2" providerId="LiveId" clId="{59184A1A-A57E-46D5-80B4-0D0761AC2003}" dt="2026-08-29T06:36:22.254" v="5072" actId="11530"/>
          <ac:spMkLst>
            <pc:docMk/>
            <pc:sldMk cId="3143703990" sldId="272"/>
            <ac:spMk id="10" creationId="{3F35E3AF-6B0B-DF79-C419-CBF933C201B9}"/>
          </ac:spMkLst>
        </pc:spChg>
        <pc:spChg chg="add mod">
          <ac:chgData name="Shruthi Prasad" userId="4c6def9a748305c2" providerId="LiveId" clId="{59184A1A-A57E-46D5-80B4-0D0761AC2003}" dt="2026-08-29T06:42:03.013" v="5493" actId="20577"/>
          <ac:spMkLst>
            <pc:docMk/>
            <pc:sldMk cId="3143703990" sldId="272"/>
            <ac:spMk id="12" creationId="{70B1A5D8-F41B-8834-F572-FAC6E200C127}"/>
          </ac:spMkLst>
        </pc:spChg>
        <pc:spChg chg="add mod">
          <ac:chgData name="Shruthi Prasad" userId="4c6def9a748305c2" providerId="LiveId" clId="{59184A1A-A57E-46D5-80B4-0D0761AC2003}" dt="2026-08-29T06:42:14.966" v="5504" actId="1037"/>
          <ac:spMkLst>
            <pc:docMk/>
            <pc:sldMk cId="3143703990" sldId="272"/>
            <ac:spMk id="13" creationId="{A9D4EDAB-9EFD-F92A-0E32-A7CA42B01545}"/>
          </ac:spMkLst>
        </pc:spChg>
        <pc:spChg chg="add mod">
          <ac:chgData name="Shruthi Prasad" userId="4c6def9a748305c2" providerId="LiveId" clId="{59184A1A-A57E-46D5-80B4-0D0761AC2003}" dt="2026-08-29T15:24:58.419" v="7894" actId="1076"/>
          <ac:spMkLst>
            <pc:docMk/>
            <pc:sldMk cId="3143703990" sldId="272"/>
            <ac:spMk id="17" creationId="{AA0CEAB3-8BBA-8302-A6E1-49E9BA93A601}"/>
          </ac:spMkLst>
        </pc:spChg>
        <pc:spChg chg="add mod">
          <ac:chgData name="Shruthi Prasad" userId="4c6def9a748305c2" providerId="LiveId" clId="{59184A1A-A57E-46D5-80B4-0D0761AC2003}" dt="2026-08-29T15:22:47.141" v="7873" actId="1076"/>
          <ac:spMkLst>
            <pc:docMk/>
            <pc:sldMk cId="3143703990" sldId="272"/>
            <ac:spMk id="19" creationId="{4ABE84E2-E673-0817-F85B-28D5F4537030}"/>
          </ac:spMkLst>
        </pc:spChg>
        <pc:spChg chg="add mod">
          <ac:chgData name="Shruthi Prasad" userId="4c6def9a748305c2" providerId="LiveId" clId="{59184A1A-A57E-46D5-80B4-0D0761AC2003}" dt="2026-08-29T06:41:55.404" v="5491" actId="20577"/>
          <ac:spMkLst>
            <pc:docMk/>
            <pc:sldMk cId="3143703990" sldId="272"/>
            <ac:spMk id="21" creationId="{55FB48D9-FB9F-D94E-3ABF-D5F49D08F27A}"/>
          </ac:spMkLst>
        </pc:spChg>
        <pc:spChg chg="add mod">
          <ac:chgData name="Shruthi Prasad" userId="4c6def9a748305c2" providerId="LiveId" clId="{59184A1A-A57E-46D5-80B4-0D0761AC2003}" dt="2026-08-29T06:41:58.224" v="5492" actId="20577"/>
          <ac:spMkLst>
            <pc:docMk/>
            <pc:sldMk cId="3143703990" sldId="272"/>
            <ac:spMk id="23" creationId="{D4999774-222F-C850-6639-373E40920D70}"/>
          </ac:spMkLst>
        </pc:spChg>
        <pc:spChg chg="add mod">
          <ac:chgData name="Shruthi Prasad" userId="4c6def9a748305c2" providerId="LiveId" clId="{59184A1A-A57E-46D5-80B4-0D0761AC2003}" dt="2026-08-29T06:42:44.281" v="5522" actId="1076"/>
          <ac:spMkLst>
            <pc:docMk/>
            <pc:sldMk cId="3143703990" sldId="272"/>
            <ac:spMk id="25" creationId="{1C290271-4CE7-0207-F5DD-D5F87905E09E}"/>
          </ac:spMkLst>
        </pc:spChg>
        <pc:spChg chg="add mod">
          <ac:chgData name="Shruthi Prasad" userId="4c6def9a748305c2" providerId="LiveId" clId="{59184A1A-A57E-46D5-80B4-0D0761AC2003}" dt="2026-08-29T06:42:53.105" v="5524" actId="1076"/>
          <ac:spMkLst>
            <pc:docMk/>
            <pc:sldMk cId="3143703990" sldId="272"/>
            <ac:spMk id="27" creationId="{F2B35C75-BE10-97C6-1661-5E1651EB1265}"/>
          </ac:spMkLst>
        </pc:spChg>
        <pc:spChg chg="add mod">
          <ac:chgData name="Shruthi Prasad" userId="4c6def9a748305c2" providerId="LiveId" clId="{59184A1A-A57E-46D5-80B4-0D0761AC2003}" dt="2026-08-29T15:26:45.995" v="7911" actId="207"/>
          <ac:spMkLst>
            <pc:docMk/>
            <pc:sldMk cId="3143703990" sldId="272"/>
            <ac:spMk id="41" creationId="{FF42BBEA-9005-6A96-CDBE-39EFBEEA018E}"/>
          </ac:spMkLst>
        </pc:spChg>
        <pc:spChg chg="add mod">
          <ac:chgData name="Shruthi Prasad" userId="4c6def9a748305c2" providerId="LiveId" clId="{59184A1A-A57E-46D5-80B4-0D0761AC2003}" dt="2026-08-29T15:26:39.685" v="7910" actId="207"/>
          <ac:spMkLst>
            <pc:docMk/>
            <pc:sldMk cId="3143703990" sldId="272"/>
            <ac:spMk id="45" creationId="{73E3CE04-BE29-0F05-096B-2AE393FD23A8}"/>
          </ac:spMkLst>
        </pc:spChg>
        <pc:spChg chg="add mod">
          <ac:chgData name="Shruthi Prasad" userId="4c6def9a748305c2" providerId="LiveId" clId="{59184A1A-A57E-46D5-80B4-0D0761AC2003}" dt="2026-08-29T15:26:49.473" v="7912" actId="207"/>
          <ac:spMkLst>
            <pc:docMk/>
            <pc:sldMk cId="3143703990" sldId="272"/>
            <ac:spMk id="47" creationId="{1E57E2BC-A84A-923D-A688-F4C5F6385517}"/>
          </ac:spMkLst>
        </pc:spChg>
        <pc:spChg chg="add mod">
          <ac:chgData name="Shruthi Prasad" userId="4c6def9a748305c2" providerId="LiveId" clId="{59184A1A-A57E-46D5-80B4-0D0761AC2003}" dt="2026-08-29T15:27:07.310" v="7916" actId="1038"/>
          <ac:spMkLst>
            <pc:docMk/>
            <pc:sldMk cId="3143703990" sldId="272"/>
            <ac:spMk id="49" creationId="{3651190A-DFFF-E073-D0BB-19D38CB0105A}"/>
          </ac:spMkLst>
        </pc:spChg>
        <pc:spChg chg="add mod">
          <ac:chgData name="Shruthi Prasad" userId="4c6def9a748305c2" providerId="LiveId" clId="{59184A1A-A57E-46D5-80B4-0D0761AC2003}" dt="2026-08-29T15:26:53.447" v="7913" actId="207"/>
          <ac:spMkLst>
            <pc:docMk/>
            <pc:sldMk cId="3143703990" sldId="272"/>
            <ac:spMk id="51" creationId="{E55C0983-BA98-7727-CE02-92FAC191D1F6}"/>
          </ac:spMkLst>
        </pc:spChg>
        <pc:spChg chg="add mod">
          <ac:chgData name="Shruthi Prasad" userId="4c6def9a748305c2" providerId="LiveId" clId="{59184A1A-A57E-46D5-80B4-0D0761AC2003}" dt="2026-08-29T06:54:45.878" v="6327" actId="113"/>
          <ac:spMkLst>
            <pc:docMk/>
            <pc:sldMk cId="3143703990" sldId="272"/>
            <ac:spMk id="53" creationId="{5AF75200-A915-6618-3AF4-9B74070F286C}"/>
          </ac:spMkLst>
        </pc:spChg>
        <pc:spChg chg="add mod">
          <ac:chgData name="Shruthi Prasad" userId="4c6def9a748305c2" providerId="LiveId" clId="{59184A1A-A57E-46D5-80B4-0D0761AC2003}" dt="2026-08-29T06:54:40.603" v="6326" actId="113"/>
          <ac:spMkLst>
            <pc:docMk/>
            <pc:sldMk cId="3143703990" sldId="272"/>
            <ac:spMk id="55" creationId="{60A0CC0C-EEB3-A87D-437A-F92237BCD2C2}"/>
          </ac:spMkLst>
        </pc:spChg>
        <pc:spChg chg="add mod">
          <ac:chgData name="Shruthi Prasad" userId="4c6def9a748305c2" providerId="LiveId" clId="{59184A1A-A57E-46D5-80B4-0D0761AC2003}" dt="2026-08-29T06:54:30.425" v="6323" actId="113"/>
          <ac:spMkLst>
            <pc:docMk/>
            <pc:sldMk cId="3143703990" sldId="272"/>
            <ac:spMk id="57" creationId="{0E9A5396-7698-CBFA-CE2C-1612A21A959E}"/>
          </ac:spMkLst>
        </pc:spChg>
        <pc:spChg chg="add mod">
          <ac:chgData name="Shruthi Prasad" userId="4c6def9a748305c2" providerId="LiveId" clId="{59184A1A-A57E-46D5-80B4-0D0761AC2003}" dt="2026-08-29T06:54:51.132" v="6336" actId="1035"/>
          <ac:spMkLst>
            <pc:docMk/>
            <pc:sldMk cId="3143703990" sldId="272"/>
            <ac:spMk id="59" creationId="{F8398AF4-EAB2-60BD-D520-484209B258AA}"/>
          </ac:spMkLst>
        </pc:spChg>
        <pc:spChg chg="add mod">
          <ac:chgData name="Shruthi Prasad" userId="4c6def9a748305c2" providerId="LiveId" clId="{59184A1A-A57E-46D5-80B4-0D0761AC2003}" dt="2026-08-29T06:55:56.883" v="6436" actId="1037"/>
          <ac:spMkLst>
            <pc:docMk/>
            <pc:sldMk cId="3143703990" sldId="272"/>
            <ac:spMk id="61" creationId="{D80D9439-2476-BBD5-B79E-AFDABEB189A7}"/>
          </ac:spMkLst>
        </pc:spChg>
        <pc:spChg chg="add mod">
          <ac:chgData name="Shruthi Prasad" userId="4c6def9a748305c2" providerId="LiveId" clId="{59184A1A-A57E-46D5-80B4-0D0761AC2003}" dt="2026-08-29T15:12:40.503" v="7606" actId="255"/>
          <ac:spMkLst>
            <pc:docMk/>
            <pc:sldMk cId="3143703990" sldId="272"/>
            <ac:spMk id="63" creationId="{401B0CDE-A87D-15B6-A38B-F6EFA67943E5}"/>
          </ac:spMkLst>
        </pc:spChg>
        <pc:spChg chg="add mod">
          <ac:chgData name="Shruthi Prasad" userId="4c6def9a748305c2" providerId="LiveId" clId="{59184A1A-A57E-46D5-80B4-0D0761AC2003}" dt="2026-08-29T15:12:47.790" v="7608" actId="255"/>
          <ac:spMkLst>
            <pc:docMk/>
            <pc:sldMk cId="3143703990" sldId="272"/>
            <ac:spMk id="65" creationId="{3D192659-896B-6B92-D155-B132C1150017}"/>
          </ac:spMkLst>
        </pc:spChg>
        <pc:spChg chg="add mod">
          <ac:chgData name="Shruthi Prasad" userId="4c6def9a748305c2" providerId="LiveId" clId="{59184A1A-A57E-46D5-80B4-0D0761AC2003}" dt="2026-08-29T15:12:57.144" v="7610" actId="113"/>
          <ac:spMkLst>
            <pc:docMk/>
            <pc:sldMk cId="3143703990" sldId="272"/>
            <ac:spMk id="67" creationId="{FE77D2EF-8416-45AE-68B1-A758C0F63FD2}"/>
          </ac:spMkLst>
        </pc:spChg>
        <pc:spChg chg="add mod">
          <ac:chgData name="Shruthi Prasad" userId="4c6def9a748305c2" providerId="LiveId" clId="{59184A1A-A57E-46D5-80B4-0D0761AC2003}" dt="2026-08-29T15:23:00.307" v="7887" actId="1037"/>
          <ac:spMkLst>
            <pc:docMk/>
            <pc:sldMk cId="3143703990" sldId="272"/>
            <ac:spMk id="69" creationId="{0C2AACD2-7528-2CAD-59D6-1DCAF19B5506}"/>
          </ac:spMkLst>
        </pc:spChg>
        <pc:spChg chg="add">
          <ac:chgData name="Shruthi Prasad" userId="4c6def9a748305c2" providerId="LiveId" clId="{59184A1A-A57E-46D5-80B4-0D0761AC2003}" dt="2026-08-29T15:15:58.613" v="7713" actId="22"/>
          <ac:spMkLst>
            <pc:docMk/>
            <pc:sldMk cId="3143703990" sldId="272"/>
            <ac:spMk id="73" creationId="{1F30B42C-5F00-14F9-D54F-6B3797F639BB}"/>
          </ac:spMkLst>
        </pc:spChg>
        <pc:spChg chg="add mod">
          <ac:chgData name="Shruthi Prasad" userId="4c6def9a748305c2" providerId="LiveId" clId="{59184A1A-A57E-46D5-80B4-0D0761AC2003}" dt="2026-08-29T15:31:52.480" v="8137" actId="1038"/>
          <ac:spMkLst>
            <pc:docMk/>
            <pc:sldMk cId="3143703990" sldId="272"/>
            <ac:spMk id="91" creationId="{8F4E6B75-3126-24FF-D2C1-A42D991E5EDD}"/>
          </ac:spMkLst>
        </pc:spChg>
        <pc:spChg chg="add mod">
          <ac:chgData name="Shruthi Prasad" userId="4c6def9a748305c2" providerId="LiveId" clId="{59184A1A-A57E-46D5-80B4-0D0761AC2003}" dt="2026-08-29T15:31:47.117" v="8127" actId="1037"/>
          <ac:spMkLst>
            <pc:docMk/>
            <pc:sldMk cId="3143703990" sldId="272"/>
            <ac:spMk id="93" creationId="{02A94F9A-143E-36D1-AE3B-970C1303E305}"/>
          </ac:spMkLst>
        </pc:spChg>
        <pc:spChg chg="add mod">
          <ac:chgData name="Shruthi Prasad" userId="4c6def9a748305c2" providerId="LiveId" clId="{59184A1A-A57E-46D5-80B4-0D0761AC2003}" dt="2026-08-29T15:34:28.719" v="8286" actId="20577"/>
          <ac:spMkLst>
            <pc:docMk/>
            <pc:sldMk cId="3143703990" sldId="272"/>
            <ac:spMk id="95" creationId="{44A08BFA-BB3D-1D10-880E-43E6306B2B8D}"/>
          </ac:spMkLst>
        </pc:spChg>
        <pc:spChg chg="add mod">
          <ac:chgData name="Shruthi Prasad" userId="4c6def9a748305c2" providerId="LiveId" clId="{59184A1A-A57E-46D5-80B4-0D0761AC2003}" dt="2026-08-29T15:34:00.464" v="8266" actId="11530"/>
          <ac:spMkLst>
            <pc:docMk/>
            <pc:sldMk cId="3143703990" sldId="272"/>
            <ac:spMk id="96" creationId="{D6F529A3-5E39-174E-7B85-EA70A46DFFCF}"/>
          </ac:spMkLst>
        </pc:spChg>
        <pc:picChg chg="add mod">
          <ac:chgData name="Shruthi Prasad" userId="4c6def9a748305c2" providerId="LiveId" clId="{59184A1A-A57E-46D5-80B4-0D0761AC2003}" dt="2026-08-29T06:42:21.412" v="5520" actId="1037"/>
          <ac:picMkLst>
            <pc:docMk/>
            <pc:sldMk cId="3143703990" sldId="272"/>
            <ac:picMk id="15" creationId="{FBDAC985-87F6-2EF0-5698-2CEEFDFF6BEE}"/>
          </ac:picMkLst>
        </pc:picChg>
        <pc:picChg chg="add mod">
          <ac:chgData name="Shruthi Prasad" userId="4c6def9a748305c2" providerId="LiveId" clId="{59184A1A-A57E-46D5-80B4-0D0761AC2003}" dt="2026-08-29T06:43:39.202" v="5529" actId="1076"/>
          <ac:picMkLst>
            <pc:docMk/>
            <pc:sldMk cId="3143703990" sldId="272"/>
            <ac:picMk id="29" creationId="{22F888C4-C9FF-A47D-B7FB-6892E6416DC4}"/>
          </ac:picMkLst>
        </pc:picChg>
        <pc:picChg chg="add mod">
          <ac:chgData name="Shruthi Prasad" userId="4c6def9a748305c2" providerId="LiveId" clId="{59184A1A-A57E-46D5-80B4-0D0761AC2003}" dt="2026-08-29T06:44:56.690" v="5536" actId="1038"/>
          <ac:picMkLst>
            <pc:docMk/>
            <pc:sldMk cId="3143703990" sldId="272"/>
            <ac:picMk id="31" creationId="{FB5BDDC2-D023-701B-0AF9-74309FDAFFB2}"/>
          </ac:picMkLst>
        </pc:picChg>
        <pc:picChg chg="add mod">
          <ac:chgData name="Shruthi Prasad" userId="4c6def9a748305c2" providerId="LiveId" clId="{59184A1A-A57E-46D5-80B4-0D0761AC2003}" dt="2026-08-29T15:26:24.903" v="7909" actId="207"/>
          <ac:picMkLst>
            <pc:docMk/>
            <pc:sldMk cId="3143703990" sldId="272"/>
            <ac:picMk id="43" creationId="{D00BBDB2-7B44-0B07-2C3C-C186A5444FF5}"/>
          </ac:picMkLst>
        </pc:picChg>
        <pc:picChg chg="add mod">
          <ac:chgData name="Shruthi Prasad" userId="4c6def9a748305c2" providerId="LiveId" clId="{59184A1A-A57E-46D5-80B4-0D0761AC2003}" dt="2026-08-29T15:22:54.022" v="7874" actId="1076"/>
          <ac:picMkLst>
            <pc:docMk/>
            <pc:sldMk cId="3143703990" sldId="272"/>
            <ac:picMk id="75" creationId="{2019A3BB-8F67-0E4C-B095-0787DDE248F8}"/>
          </ac:picMkLst>
        </pc:picChg>
        <pc:picChg chg="add mod">
          <ac:chgData name="Shruthi Prasad" userId="4c6def9a748305c2" providerId="LiveId" clId="{59184A1A-A57E-46D5-80B4-0D0761AC2003}" dt="2026-08-29T15:20:28.816" v="7868" actId="207"/>
          <ac:picMkLst>
            <pc:docMk/>
            <pc:sldMk cId="3143703990" sldId="272"/>
            <ac:picMk id="77" creationId="{D908962C-DE79-933C-3EE3-B80CBF2141FE}"/>
          </ac:picMkLst>
        </pc:picChg>
        <pc:picChg chg="add mod">
          <ac:chgData name="Shruthi Prasad" userId="4c6def9a748305c2" providerId="LiveId" clId="{59184A1A-A57E-46D5-80B4-0D0761AC2003}" dt="2026-08-29T15:20:11.970" v="7865" actId="207"/>
          <ac:picMkLst>
            <pc:docMk/>
            <pc:sldMk cId="3143703990" sldId="272"/>
            <ac:picMk id="79" creationId="{8A8FC2DA-A926-E645-D6DD-7EBD996BBF08}"/>
          </ac:picMkLst>
        </pc:picChg>
        <pc:picChg chg="add mod">
          <ac:chgData name="Shruthi Prasad" userId="4c6def9a748305c2" providerId="LiveId" clId="{59184A1A-A57E-46D5-80B4-0D0761AC2003}" dt="2026-08-29T15:23:10.900" v="7888" actId="207"/>
          <ac:picMkLst>
            <pc:docMk/>
            <pc:sldMk cId="3143703990" sldId="272"/>
            <ac:picMk id="81" creationId="{6B79C3DC-6501-A4CF-AD7B-BAB4019A9ADB}"/>
          </ac:picMkLst>
        </pc:picChg>
        <pc:picChg chg="add mod">
          <ac:chgData name="Shruthi Prasad" userId="4c6def9a748305c2" providerId="LiveId" clId="{59184A1A-A57E-46D5-80B4-0D0761AC2003}" dt="2026-08-29T15:26:16.215" v="7908" actId="207"/>
          <ac:picMkLst>
            <pc:docMk/>
            <pc:sldMk cId="3143703990" sldId="272"/>
            <ac:picMk id="83" creationId="{7B964B5B-F83A-F760-4BD3-8F71109490CF}"/>
          </ac:picMkLst>
        </pc:picChg>
        <pc:picChg chg="add mod">
          <ac:chgData name="Shruthi Prasad" userId="4c6def9a748305c2" providerId="LiveId" clId="{59184A1A-A57E-46D5-80B4-0D0761AC2003}" dt="2026-08-29T15:25:59.139" v="7905" actId="1038"/>
          <ac:picMkLst>
            <pc:docMk/>
            <pc:sldMk cId="3143703990" sldId="272"/>
            <ac:picMk id="85" creationId="{95F0BD38-CCE7-45E6-43C0-80D70EDE46D1}"/>
          </ac:picMkLst>
        </pc:picChg>
        <pc:picChg chg="add mod">
          <ac:chgData name="Shruthi Prasad" userId="4c6def9a748305c2" providerId="LiveId" clId="{59184A1A-A57E-46D5-80B4-0D0761AC2003}" dt="2026-08-29T15:29:37.185" v="7930" actId="1076"/>
          <ac:picMkLst>
            <pc:docMk/>
            <pc:sldMk cId="3143703990" sldId="272"/>
            <ac:picMk id="87" creationId="{EB820DC8-EC6B-D43D-1BAD-60F512098DC4}"/>
          </ac:picMkLst>
        </pc:picChg>
        <pc:picChg chg="add mod">
          <ac:chgData name="Shruthi Prasad" userId="4c6def9a748305c2" providerId="LiveId" clId="{59184A1A-A57E-46D5-80B4-0D0761AC2003}" dt="2026-08-29T15:29:17.629" v="7929" actId="1037"/>
          <ac:picMkLst>
            <pc:docMk/>
            <pc:sldMk cId="3143703990" sldId="272"/>
            <ac:picMk id="89" creationId="{37494DBF-3535-EDBB-24DD-2AB76B5A9F1D}"/>
          </ac:picMkLst>
        </pc:picChg>
        <pc:picChg chg="add mod">
          <ac:chgData name="Shruthi Prasad" userId="4c6def9a748305c2" providerId="LiveId" clId="{59184A1A-A57E-46D5-80B4-0D0761AC2003}" dt="2026-08-29T15:48:36.666" v="8297" actId="1076"/>
          <ac:picMkLst>
            <pc:docMk/>
            <pc:sldMk cId="3143703990" sldId="272"/>
            <ac:picMk id="100" creationId="{201F215E-9408-C3C2-F0A0-0A916F5471D6}"/>
          </ac:picMkLst>
        </pc:picChg>
        <pc:cxnChg chg="add mod">
          <ac:chgData name="Shruthi Prasad" userId="4c6def9a748305c2" providerId="LiveId" clId="{59184A1A-A57E-46D5-80B4-0D0761AC2003}" dt="2026-08-29T06:46:47.010" v="5548" actId="1076"/>
          <ac:cxnSpMkLst>
            <pc:docMk/>
            <pc:sldMk cId="3143703990" sldId="272"/>
            <ac:cxnSpMk id="32" creationId="{D8BAAE6E-19DA-B6FF-8968-20FCBA47A155}"/>
          </ac:cxnSpMkLst>
        </pc:cxnChg>
        <pc:cxnChg chg="add mod">
          <ac:chgData name="Shruthi Prasad" userId="4c6def9a748305c2" providerId="LiveId" clId="{59184A1A-A57E-46D5-80B4-0D0761AC2003}" dt="2026-08-29T06:46:51.409" v="5549" actId="1076"/>
          <ac:cxnSpMkLst>
            <pc:docMk/>
            <pc:sldMk cId="3143703990" sldId="272"/>
            <ac:cxnSpMk id="33" creationId="{A14123DC-FF87-E00D-D4AF-AAC5700B951B}"/>
          </ac:cxnSpMkLst>
        </pc:cxnChg>
        <pc:cxnChg chg="add mod">
          <ac:chgData name="Shruthi Prasad" userId="4c6def9a748305c2" providerId="LiveId" clId="{59184A1A-A57E-46D5-80B4-0D0761AC2003}" dt="2026-08-29T06:46:56.540" v="5550" actId="1076"/>
          <ac:cxnSpMkLst>
            <pc:docMk/>
            <pc:sldMk cId="3143703990" sldId="272"/>
            <ac:cxnSpMk id="34" creationId="{EDA0E74B-19D3-0B4E-2BA3-2D05469E3DC9}"/>
          </ac:cxnSpMkLst>
        </pc:cxnChg>
        <pc:cxnChg chg="add mod">
          <ac:chgData name="Shruthi Prasad" userId="4c6def9a748305c2" providerId="LiveId" clId="{59184A1A-A57E-46D5-80B4-0D0761AC2003}" dt="2026-08-29T06:46:37.541" v="5546" actId="1076"/>
          <ac:cxnSpMkLst>
            <pc:docMk/>
            <pc:sldMk cId="3143703990" sldId="272"/>
            <ac:cxnSpMk id="35" creationId="{5B4EC88C-1091-592F-DE64-F364443DF179}"/>
          </ac:cxnSpMkLst>
        </pc:cxnChg>
        <pc:cxnChg chg="add mod">
          <ac:chgData name="Shruthi Prasad" userId="4c6def9a748305c2" providerId="LiveId" clId="{59184A1A-A57E-46D5-80B4-0D0761AC2003}" dt="2026-08-29T15:09:20.298" v="7477" actId="1036"/>
          <ac:cxnSpMkLst>
            <pc:docMk/>
            <pc:sldMk cId="3143703990" sldId="272"/>
            <ac:cxnSpMk id="36" creationId="{9C8DEA0E-869E-2B77-63B2-EDC8163AA2F8}"/>
          </ac:cxnSpMkLst>
        </pc:cxnChg>
        <pc:cxnChg chg="add mod">
          <ac:chgData name="Shruthi Prasad" userId="4c6def9a748305c2" providerId="LiveId" clId="{59184A1A-A57E-46D5-80B4-0D0761AC2003}" dt="2026-08-29T15:09:07.994" v="7463" actId="1036"/>
          <ac:cxnSpMkLst>
            <pc:docMk/>
            <pc:sldMk cId="3143703990" sldId="272"/>
            <ac:cxnSpMk id="37" creationId="{0402BCEA-83B5-0562-4967-DFAE256C5478}"/>
          </ac:cxnSpMkLst>
        </pc:cxnChg>
        <pc:cxnChg chg="add mod">
          <ac:chgData name="Shruthi Prasad" userId="4c6def9a748305c2" providerId="LiveId" clId="{59184A1A-A57E-46D5-80B4-0D0761AC2003}" dt="2026-08-29T15:09:29.667" v="7487" actId="1035"/>
          <ac:cxnSpMkLst>
            <pc:docMk/>
            <pc:sldMk cId="3143703990" sldId="272"/>
            <ac:cxnSpMk id="38" creationId="{5432B105-4F03-2A11-9BC9-AD03E43EC03D}"/>
          </ac:cxnSpMkLst>
        </pc:cxnChg>
      </pc:sldChg>
      <pc:sldChg chg="addSp delSp modSp mod ord modNotesTx">
        <pc:chgData name="Shruthi Prasad" userId="4c6def9a748305c2" providerId="LiveId" clId="{59184A1A-A57E-46D5-80B4-0D0761AC2003}" dt="2026-09-03T17:20:30.087" v="18008"/>
        <pc:sldMkLst>
          <pc:docMk/>
          <pc:sldMk cId="1624175569" sldId="282"/>
        </pc:sldMkLst>
        <pc:spChg chg="mod">
          <ac:chgData name="Shruthi Prasad" userId="4c6def9a748305c2" providerId="LiveId" clId="{59184A1A-A57E-46D5-80B4-0D0761AC2003}" dt="2026-09-03T17:08:17.341" v="17982" actId="1076"/>
          <ac:spMkLst>
            <pc:docMk/>
            <pc:sldMk cId="1624175569" sldId="282"/>
            <ac:spMk id="4" creationId="{FBD4A31D-04B1-FC8D-6BDA-6FBF4FC53E70}"/>
          </ac:spMkLst>
        </pc:spChg>
        <pc:spChg chg="add del mod">
          <ac:chgData name="Shruthi Prasad" userId="4c6def9a748305c2" providerId="LiveId" clId="{59184A1A-A57E-46D5-80B4-0D0761AC2003}" dt="2026-09-03T16:45:43.873" v="17899" actId="478"/>
          <ac:spMkLst>
            <pc:docMk/>
            <pc:sldMk cId="1624175569" sldId="282"/>
            <ac:spMk id="5" creationId="{5A6D46FE-DA3B-6AC4-F7EF-E68991A32CE6}"/>
          </ac:spMkLst>
        </pc:spChg>
        <pc:spChg chg="add">
          <ac:chgData name="Shruthi Prasad" userId="4c6def9a748305c2" providerId="LiveId" clId="{59184A1A-A57E-46D5-80B4-0D0761AC2003}" dt="2026-09-03T16:22:41.959" v="17800" actId="22"/>
          <ac:spMkLst>
            <pc:docMk/>
            <pc:sldMk cId="1624175569" sldId="282"/>
            <ac:spMk id="8" creationId="{3EBBDB06-0B2C-7E03-8ADD-ABE5002DACE4}"/>
          </ac:spMkLst>
        </pc:spChg>
        <pc:spChg chg="add mod">
          <ac:chgData name="Shruthi Prasad" userId="4c6def9a748305c2" providerId="LiveId" clId="{59184A1A-A57E-46D5-80B4-0D0761AC2003}" dt="2026-09-03T17:04:58.688" v="17959" actId="20577"/>
          <ac:spMkLst>
            <pc:docMk/>
            <pc:sldMk cId="1624175569" sldId="282"/>
            <ac:spMk id="11" creationId="{D57A066C-FDB4-67A5-1CAD-AB346ED88A52}"/>
          </ac:spMkLst>
        </pc:spChg>
        <pc:spChg chg="add del mod">
          <ac:chgData name="Shruthi Prasad" userId="4c6def9a748305c2" providerId="LiveId" clId="{59184A1A-A57E-46D5-80B4-0D0761AC2003}" dt="2026-09-03T16:39:17.384" v="17860" actId="478"/>
          <ac:spMkLst>
            <pc:docMk/>
            <pc:sldMk cId="1624175569" sldId="282"/>
            <ac:spMk id="14" creationId="{66FD9492-C8D9-F7C8-4041-8A16ABF9162F}"/>
          </ac:spMkLst>
        </pc:spChg>
        <pc:spChg chg="add del mod">
          <ac:chgData name="Shruthi Prasad" userId="4c6def9a748305c2" providerId="LiveId" clId="{59184A1A-A57E-46D5-80B4-0D0761AC2003}" dt="2026-09-03T16:45:37.595" v="17898" actId="478"/>
          <ac:spMkLst>
            <pc:docMk/>
            <pc:sldMk cId="1624175569" sldId="282"/>
            <ac:spMk id="16" creationId="{A776C72F-F5A3-1AAD-1300-9AAC840A4D29}"/>
          </ac:spMkLst>
        </pc:spChg>
        <pc:spChg chg="add del">
          <ac:chgData name="Shruthi Prasad" userId="4c6def9a748305c2" providerId="LiveId" clId="{59184A1A-A57E-46D5-80B4-0D0761AC2003}" dt="2026-09-03T17:00:22.203" v="17928" actId="22"/>
          <ac:spMkLst>
            <pc:docMk/>
            <pc:sldMk cId="1624175569" sldId="282"/>
            <ac:spMk id="26" creationId="{CD50753F-461D-7B6E-CF9D-55AB7EBC4052}"/>
          </ac:spMkLst>
        </pc:spChg>
        <pc:spChg chg="add del mod">
          <ac:chgData name="Shruthi Prasad" userId="4c6def9a748305c2" providerId="LiveId" clId="{59184A1A-A57E-46D5-80B4-0D0761AC2003}" dt="2026-09-03T17:02:00.062" v="17933" actId="478"/>
          <ac:spMkLst>
            <pc:docMk/>
            <pc:sldMk cId="1624175569" sldId="282"/>
            <ac:spMk id="29" creationId="{3E699AD7-F66B-8F65-73F6-35C37A7F8A0C}"/>
          </ac:spMkLst>
        </pc:spChg>
        <pc:spChg chg="add del">
          <ac:chgData name="Shruthi Prasad" userId="4c6def9a748305c2" providerId="LiveId" clId="{59184A1A-A57E-46D5-80B4-0D0761AC2003}" dt="2026-09-03T17:05:59.481" v="17963" actId="22"/>
          <ac:spMkLst>
            <pc:docMk/>
            <pc:sldMk cId="1624175569" sldId="282"/>
            <ac:spMk id="34" creationId="{F9965AB1-05B5-42BB-60D9-44B35770D9BE}"/>
          </ac:spMkLst>
        </pc:spChg>
        <pc:graphicFrameChg chg="add mod">
          <ac:chgData name="Shruthi Prasad" userId="4c6def9a748305c2" providerId="LiveId" clId="{59184A1A-A57E-46D5-80B4-0D0761AC2003}" dt="2026-09-03T16:59:17.617" v="17926"/>
          <ac:graphicFrameMkLst>
            <pc:docMk/>
            <pc:sldMk cId="1624175569" sldId="282"/>
            <ac:graphicFrameMk id="24" creationId="{E2058EE8-C05A-F721-CC30-40F11BC46AF1}"/>
          </ac:graphicFrameMkLst>
        </pc:graphicFrameChg>
        <pc:graphicFrameChg chg="add del mod">
          <ac:chgData name="Shruthi Prasad" userId="4c6def9a748305c2" providerId="LiveId" clId="{59184A1A-A57E-46D5-80B4-0D0761AC2003}" dt="2026-09-03T17:01:42.789" v="17930" actId="478"/>
          <ac:graphicFrameMkLst>
            <pc:docMk/>
            <pc:sldMk cId="1624175569" sldId="282"/>
            <ac:graphicFrameMk id="27" creationId="{42EA5E96-9222-1B91-0F8F-3ABFDE1B1A77}"/>
          </ac:graphicFrameMkLst>
        </pc:graphicFrameChg>
        <pc:graphicFrameChg chg="add del mod">
          <ac:chgData name="Shruthi Prasad" userId="4c6def9a748305c2" providerId="LiveId" clId="{59184A1A-A57E-46D5-80B4-0D0761AC2003}" dt="2026-09-03T17:02:43.848" v="17936" actId="478"/>
          <ac:graphicFrameMkLst>
            <pc:docMk/>
            <pc:sldMk cId="1624175569" sldId="282"/>
            <ac:graphicFrameMk id="30" creationId="{5728A8A8-5457-4282-9B61-26DAF3EDE864}"/>
          </ac:graphicFrameMkLst>
        </pc:graphicFrameChg>
        <pc:graphicFrameChg chg="add mod">
          <ac:chgData name="Shruthi Prasad" userId="4c6def9a748305c2" providerId="LiveId" clId="{59184A1A-A57E-46D5-80B4-0D0761AC2003}" dt="2026-09-03T17:05:24.368" v="17960"/>
          <ac:graphicFrameMkLst>
            <pc:docMk/>
            <pc:sldMk cId="1624175569" sldId="282"/>
            <ac:graphicFrameMk id="31" creationId="{50403B9B-1371-F74C-AF14-D05B0FD4D2A0}"/>
          </ac:graphicFrameMkLst>
        </pc:graphicFrameChg>
        <pc:graphicFrameChg chg="add mod">
          <ac:chgData name="Shruthi Prasad" userId="4c6def9a748305c2" providerId="LiveId" clId="{59184A1A-A57E-46D5-80B4-0D0761AC2003}" dt="2026-09-03T17:05:39.263" v="17961"/>
          <ac:graphicFrameMkLst>
            <pc:docMk/>
            <pc:sldMk cId="1624175569" sldId="282"/>
            <ac:graphicFrameMk id="32" creationId="{F343E05C-E18B-97B5-EDA4-D131FE624A40}"/>
          </ac:graphicFrameMkLst>
        </pc:graphicFrameChg>
        <pc:graphicFrameChg chg="add mod modGraphic">
          <ac:chgData name="Shruthi Prasad" userId="4c6def9a748305c2" providerId="LiveId" clId="{59184A1A-A57E-46D5-80B4-0D0761AC2003}" dt="2026-09-03T17:09:38.717" v="17989" actId="1076"/>
          <ac:graphicFrameMkLst>
            <pc:docMk/>
            <pc:sldMk cId="1624175569" sldId="282"/>
            <ac:graphicFrameMk id="35" creationId="{7560DFFB-49A3-5A11-BCE1-3AA370B83160}"/>
          </ac:graphicFrameMkLst>
        </pc:graphicFrameChg>
        <pc:picChg chg="add del mod">
          <ac:chgData name="Shruthi Prasad" userId="4c6def9a748305c2" providerId="LiveId" clId="{59184A1A-A57E-46D5-80B4-0D0761AC2003}" dt="2026-09-03T16:53:41.157" v="17918" actId="478"/>
          <ac:picMkLst>
            <pc:docMk/>
            <pc:sldMk cId="1624175569" sldId="282"/>
            <ac:picMk id="21" creationId="{62193C34-BDBC-93A1-FF5F-2F78E09CB906}"/>
          </ac:picMkLst>
        </pc:picChg>
        <pc:picChg chg="add mod">
          <ac:chgData name="Shruthi Prasad" userId="4c6def9a748305c2" providerId="LiveId" clId="{59184A1A-A57E-46D5-80B4-0D0761AC2003}" dt="2026-09-03T17:09:51.988" v="17993" actId="14100"/>
          <ac:picMkLst>
            <pc:docMk/>
            <pc:sldMk cId="1624175569" sldId="282"/>
            <ac:picMk id="23" creationId="{F0842CD9-3AB4-F1DB-5CDA-F31E86D8C2D2}"/>
          </ac:picMkLst>
        </pc:picChg>
        <pc:cxnChg chg="add del mod">
          <ac:chgData name="Shruthi Prasad" userId="4c6def9a748305c2" providerId="LiveId" clId="{59184A1A-A57E-46D5-80B4-0D0761AC2003}" dt="2026-09-03T16:53:43.620" v="17919" actId="478"/>
          <ac:cxnSpMkLst>
            <pc:docMk/>
            <pc:sldMk cId="1624175569" sldId="282"/>
            <ac:cxnSpMk id="17" creationId="{EBE89158-A087-7309-E8E3-32DCF799E0B2}"/>
          </ac:cxnSpMkLst>
        </pc:cxnChg>
        <pc:cxnChg chg="add del mod">
          <ac:chgData name="Shruthi Prasad" userId="4c6def9a748305c2" providerId="LiveId" clId="{59184A1A-A57E-46D5-80B4-0D0761AC2003}" dt="2026-09-03T16:53:46.194" v="17920" actId="478"/>
          <ac:cxnSpMkLst>
            <pc:docMk/>
            <pc:sldMk cId="1624175569" sldId="282"/>
            <ac:cxnSpMk id="18" creationId="{A5B504AD-35A2-2A72-82F3-B98350BB95E5}"/>
          </ac:cxnSpMkLst>
        </pc:cxnChg>
        <pc:cxnChg chg="add del mod">
          <ac:chgData name="Shruthi Prasad" userId="4c6def9a748305c2" providerId="LiveId" clId="{59184A1A-A57E-46D5-80B4-0D0761AC2003}" dt="2026-09-03T16:53:48.227" v="17921" actId="478"/>
          <ac:cxnSpMkLst>
            <pc:docMk/>
            <pc:sldMk cId="1624175569" sldId="282"/>
            <ac:cxnSpMk id="19" creationId="{1814BFB2-C4F4-57BB-9A25-773AF10F742F}"/>
          </ac:cxnSpMkLst>
        </pc:cxnChg>
      </pc:sldChg>
      <pc:sldChg chg="modSp mod">
        <pc:chgData name="Shruthi Prasad" userId="4c6def9a748305c2" providerId="LiveId" clId="{59184A1A-A57E-46D5-80B4-0D0761AC2003}" dt="2026-08-29T18:39:08.468" v="12707" actId="20577"/>
        <pc:sldMkLst>
          <pc:docMk/>
          <pc:sldMk cId="1748449676" sldId="292"/>
        </pc:sldMkLst>
        <pc:spChg chg="mod">
          <ac:chgData name="Shruthi Prasad" userId="4c6def9a748305c2" providerId="LiveId" clId="{59184A1A-A57E-46D5-80B4-0D0761AC2003}" dt="2026-08-29T18:39:08.468" v="12707" actId="20577"/>
          <ac:spMkLst>
            <pc:docMk/>
            <pc:sldMk cId="1748449676" sldId="292"/>
            <ac:spMk id="2" creationId="{736CDF64-8D32-8BB3-A812-692BF7E35A07}"/>
          </ac:spMkLst>
        </pc:spChg>
        <pc:spChg chg="mod">
          <ac:chgData name="Shruthi Prasad" userId="4c6def9a748305c2" providerId="LiveId" clId="{59184A1A-A57E-46D5-80B4-0D0761AC2003}" dt="2026-08-29T04:02:56.834" v="517"/>
          <ac:spMkLst>
            <pc:docMk/>
            <pc:sldMk cId="1748449676" sldId="292"/>
            <ac:spMk id="3" creationId="{55F34A4E-D9DB-1B96-0B38-25D07B577B5A}"/>
          </ac:spMkLst>
        </pc:spChg>
      </pc:sldChg>
      <pc:sldChg chg="addSp delSp modSp add mod">
        <pc:chgData name="Shruthi Prasad" userId="4c6def9a748305c2" providerId="LiveId" clId="{59184A1A-A57E-46D5-80B4-0D0761AC2003}" dt="2026-09-03T17:26:36.447" v="18010" actId="20577"/>
        <pc:sldMkLst>
          <pc:docMk/>
          <pc:sldMk cId="1615603583" sldId="296"/>
        </pc:sldMkLst>
        <pc:spChg chg="mod">
          <ac:chgData name="Shruthi Prasad" userId="4c6def9a748305c2" providerId="LiveId" clId="{59184A1A-A57E-46D5-80B4-0D0761AC2003}" dt="2026-08-29T04:04:19.990" v="544" actId="14100"/>
          <ac:spMkLst>
            <pc:docMk/>
            <pc:sldMk cId="1615603583" sldId="296"/>
            <ac:spMk id="2" creationId="{E6B38B6B-7E2F-51B6-BB4B-EBDC8B9C3CB6}"/>
          </ac:spMkLst>
        </pc:spChg>
        <pc:spChg chg="add mod">
          <ac:chgData name="Shruthi Prasad" userId="4c6def9a748305c2" providerId="LiveId" clId="{59184A1A-A57E-46D5-80B4-0D0761AC2003}" dt="2026-08-29T05:09:11.082" v="1952" actId="14100"/>
          <ac:spMkLst>
            <pc:docMk/>
            <pc:sldMk cId="1615603583" sldId="296"/>
            <ac:spMk id="7" creationId="{1A3CDEE3-3E1C-5D4A-586A-AB42C968AAF7}"/>
          </ac:spMkLst>
        </pc:spChg>
        <pc:spChg chg="add mod">
          <ac:chgData name="Shruthi Prasad" userId="4c6def9a748305c2" providerId="LiveId" clId="{59184A1A-A57E-46D5-80B4-0D0761AC2003}" dt="2026-08-29T04:24:56.158" v="1241" actId="1076"/>
          <ac:spMkLst>
            <pc:docMk/>
            <pc:sldMk cId="1615603583" sldId="296"/>
            <ac:spMk id="16" creationId="{374EF640-86DD-B43A-CB5C-4DF524106B1B}"/>
          </ac:spMkLst>
        </pc:spChg>
        <pc:spChg chg="add mod">
          <ac:chgData name="Shruthi Prasad" userId="4c6def9a748305c2" providerId="LiveId" clId="{59184A1A-A57E-46D5-80B4-0D0761AC2003}" dt="2026-08-30T02:49:14.406" v="14846" actId="12"/>
          <ac:spMkLst>
            <pc:docMk/>
            <pc:sldMk cId="1615603583" sldId="296"/>
            <ac:spMk id="18" creationId="{C41A40DC-8AEB-47CF-C786-B7CEE46900A5}"/>
          </ac:spMkLst>
        </pc:spChg>
        <pc:spChg chg="add mod">
          <ac:chgData name="Shruthi Prasad" userId="4c6def9a748305c2" providerId="LiveId" clId="{59184A1A-A57E-46D5-80B4-0D0761AC2003}" dt="2026-08-30T02:50:38.882" v="14871" actId="20577"/>
          <ac:spMkLst>
            <pc:docMk/>
            <pc:sldMk cId="1615603583" sldId="296"/>
            <ac:spMk id="21" creationId="{8F31DB33-70FA-8E97-891E-B39AC0C48A6A}"/>
          </ac:spMkLst>
        </pc:spChg>
        <pc:spChg chg="add mod">
          <ac:chgData name="Shruthi Prasad" userId="4c6def9a748305c2" providerId="LiveId" clId="{59184A1A-A57E-46D5-80B4-0D0761AC2003}" dt="2026-08-30T02:50:44.568" v="14873" actId="20577"/>
          <ac:spMkLst>
            <pc:docMk/>
            <pc:sldMk cId="1615603583" sldId="296"/>
            <ac:spMk id="30" creationId="{E5190641-471E-4CF5-82EF-CEE0210DB52B}"/>
          </ac:spMkLst>
        </pc:spChg>
        <pc:spChg chg="add mod">
          <ac:chgData name="Shruthi Prasad" userId="4c6def9a748305c2" providerId="LiveId" clId="{59184A1A-A57E-46D5-80B4-0D0761AC2003}" dt="2026-08-30T02:50:21.372" v="14866" actId="20577"/>
          <ac:spMkLst>
            <pc:docMk/>
            <pc:sldMk cId="1615603583" sldId="296"/>
            <ac:spMk id="39" creationId="{D2EEFD3E-F2C2-0158-BF06-E3944C380351}"/>
          </ac:spMkLst>
        </pc:spChg>
        <pc:spChg chg="add mod">
          <ac:chgData name="Shruthi Prasad" userId="4c6def9a748305c2" providerId="LiveId" clId="{59184A1A-A57E-46D5-80B4-0D0761AC2003}" dt="2026-08-29T05:46:02.911" v="4265" actId="1038"/>
          <ac:spMkLst>
            <pc:docMk/>
            <pc:sldMk cId="1615603583" sldId="296"/>
            <ac:spMk id="40" creationId="{62247666-089B-AFFB-070E-8765EBA28E8F}"/>
          </ac:spMkLst>
        </pc:spChg>
        <pc:spChg chg="add mod">
          <ac:chgData name="Shruthi Prasad" userId="4c6def9a748305c2" providerId="LiveId" clId="{59184A1A-A57E-46D5-80B4-0D0761AC2003}" dt="2026-08-29T05:44:49.584" v="4189" actId="1076"/>
          <ac:spMkLst>
            <pc:docMk/>
            <pc:sldMk cId="1615603583" sldId="296"/>
            <ac:spMk id="43" creationId="{27DBE07B-F8B3-2456-2C19-C407FF8839C9}"/>
          </ac:spMkLst>
        </pc:spChg>
        <pc:spChg chg="add mod">
          <ac:chgData name="Shruthi Prasad" userId="4c6def9a748305c2" providerId="LiveId" clId="{59184A1A-A57E-46D5-80B4-0D0761AC2003}" dt="2026-08-29T05:44:09.990" v="4118" actId="1036"/>
          <ac:spMkLst>
            <pc:docMk/>
            <pc:sldMk cId="1615603583" sldId="296"/>
            <ac:spMk id="44" creationId="{05716E2C-5732-4D42-6B94-163FDEBD36AF}"/>
          </ac:spMkLst>
        </pc:spChg>
        <pc:spChg chg="add mod">
          <ac:chgData name="Shruthi Prasad" userId="4c6def9a748305c2" providerId="LiveId" clId="{59184A1A-A57E-46D5-80B4-0D0761AC2003}" dt="2026-08-29T05:44:41.609" v="4187" actId="1036"/>
          <ac:spMkLst>
            <pc:docMk/>
            <pc:sldMk cId="1615603583" sldId="296"/>
            <ac:spMk id="48" creationId="{887B6CA1-721E-5890-E9BF-EE5D5C2EDCA2}"/>
          </ac:spMkLst>
        </pc:spChg>
        <pc:spChg chg="add mod">
          <ac:chgData name="Shruthi Prasad" userId="4c6def9a748305c2" providerId="LiveId" clId="{59184A1A-A57E-46D5-80B4-0D0761AC2003}" dt="2026-08-29T05:45:04.784" v="4215" actId="1035"/>
          <ac:spMkLst>
            <pc:docMk/>
            <pc:sldMk cId="1615603583" sldId="296"/>
            <ac:spMk id="50" creationId="{441F5296-7742-579F-2341-0598DB1C7001}"/>
          </ac:spMkLst>
        </pc:spChg>
        <pc:spChg chg="add mod">
          <ac:chgData name="Shruthi Prasad" userId="4c6def9a748305c2" providerId="LiveId" clId="{59184A1A-A57E-46D5-80B4-0D0761AC2003}" dt="2026-08-30T02:51:07.028" v="14880" actId="1036"/>
          <ac:spMkLst>
            <pc:docMk/>
            <pc:sldMk cId="1615603583" sldId="296"/>
            <ac:spMk id="60" creationId="{AC9220E6-3978-16C2-E6E6-F4407C6B2247}"/>
          </ac:spMkLst>
        </pc:spChg>
        <pc:spChg chg="add mod">
          <ac:chgData name="Shruthi Prasad" userId="4c6def9a748305c2" providerId="LiveId" clId="{59184A1A-A57E-46D5-80B4-0D0761AC2003}" dt="2026-08-29T05:52:48.356" v="4289" actId="20577"/>
          <ac:spMkLst>
            <pc:docMk/>
            <pc:sldMk cId="1615603583" sldId="296"/>
            <ac:spMk id="64" creationId="{5A2AE7AD-5D5A-E6B6-C2AD-D8CBFA717364}"/>
          </ac:spMkLst>
        </pc:spChg>
        <pc:spChg chg="add mod">
          <ac:chgData name="Shruthi Prasad" userId="4c6def9a748305c2" providerId="LiveId" clId="{59184A1A-A57E-46D5-80B4-0D0761AC2003}" dt="2026-08-30T02:51:20.084" v="14890" actId="20577"/>
          <ac:spMkLst>
            <pc:docMk/>
            <pc:sldMk cId="1615603583" sldId="296"/>
            <ac:spMk id="66" creationId="{56FC353F-EBA9-B8A5-09A6-2DC5DA278C93}"/>
          </ac:spMkLst>
        </pc:spChg>
        <pc:spChg chg="add mod">
          <ac:chgData name="Shruthi Prasad" userId="4c6def9a748305c2" providerId="LiveId" clId="{59184A1A-A57E-46D5-80B4-0D0761AC2003}" dt="2026-08-29T05:16:22.216" v="2701" actId="1037"/>
          <ac:spMkLst>
            <pc:docMk/>
            <pc:sldMk cId="1615603583" sldId="296"/>
            <ac:spMk id="67" creationId="{0A1805E0-E8D1-3D16-77C5-C9E85C75288B}"/>
          </ac:spMkLst>
        </pc:spChg>
        <pc:spChg chg="add mod">
          <ac:chgData name="Shruthi Prasad" userId="4c6def9a748305c2" providerId="LiveId" clId="{59184A1A-A57E-46D5-80B4-0D0761AC2003}" dt="2026-08-29T05:18:32.112" v="2765" actId="207"/>
          <ac:spMkLst>
            <pc:docMk/>
            <pc:sldMk cId="1615603583" sldId="296"/>
            <ac:spMk id="69" creationId="{E38AB805-570D-A11D-7401-D5C9DBFB187B}"/>
          </ac:spMkLst>
        </pc:spChg>
        <pc:spChg chg="add mod">
          <ac:chgData name="Shruthi Prasad" userId="4c6def9a748305c2" providerId="LiveId" clId="{59184A1A-A57E-46D5-80B4-0D0761AC2003}" dt="2026-09-03T17:26:36.447" v="18010" actId="20577"/>
          <ac:spMkLst>
            <pc:docMk/>
            <pc:sldMk cId="1615603583" sldId="296"/>
            <ac:spMk id="75" creationId="{84D5840F-06D2-DF92-6808-1C780263A14D}"/>
          </ac:spMkLst>
        </pc:spChg>
        <pc:spChg chg="add mod">
          <ac:chgData name="Shruthi Prasad" userId="4c6def9a748305c2" providerId="LiveId" clId="{59184A1A-A57E-46D5-80B4-0D0761AC2003}" dt="2026-08-29T06:00:27.467" v="4431" actId="20577"/>
          <ac:spMkLst>
            <pc:docMk/>
            <pc:sldMk cId="1615603583" sldId="296"/>
            <ac:spMk id="77" creationId="{0BE23E57-D22F-CB88-2B5B-5D81ABBD47FF}"/>
          </ac:spMkLst>
        </pc:spChg>
        <pc:spChg chg="add mod">
          <ac:chgData name="Shruthi Prasad" userId="4c6def9a748305c2" providerId="LiveId" clId="{59184A1A-A57E-46D5-80B4-0D0761AC2003}" dt="2026-08-29T05:24:10.190" v="3657" actId="20577"/>
          <ac:spMkLst>
            <pc:docMk/>
            <pc:sldMk cId="1615603583" sldId="296"/>
            <ac:spMk id="79" creationId="{B3195482-9D16-3236-28C4-5F45817A69CE}"/>
          </ac:spMkLst>
        </pc:spChg>
        <pc:spChg chg="add mod">
          <ac:chgData name="Shruthi Prasad" userId="4c6def9a748305c2" providerId="LiveId" clId="{59184A1A-A57E-46D5-80B4-0D0761AC2003}" dt="2026-08-29T05:25:06.360" v="3731" actId="20577"/>
          <ac:spMkLst>
            <pc:docMk/>
            <pc:sldMk cId="1615603583" sldId="296"/>
            <ac:spMk id="81" creationId="{B6C1A480-0694-232A-8699-78B7111F7B04}"/>
          </ac:spMkLst>
        </pc:spChg>
        <pc:spChg chg="add mod">
          <ac:chgData name="Shruthi Prasad" userId="4c6def9a748305c2" providerId="LiveId" clId="{59184A1A-A57E-46D5-80B4-0D0761AC2003}" dt="2026-08-29T05:25:40.336" v="3772" actId="1076"/>
          <ac:spMkLst>
            <pc:docMk/>
            <pc:sldMk cId="1615603583" sldId="296"/>
            <ac:spMk id="83" creationId="{E5D8A1BE-C844-2F28-DB37-EEF6C385BDD6}"/>
          </ac:spMkLst>
        </pc:spChg>
        <pc:spChg chg="add mod">
          <ac:chgData name="Shruthi Prasad" userId="4c6def9a748305c2" providerId="LiveId" clId="{59184A1A-A57E-46D5-80B4-0D0761AC2003}" dt="2026-08-29T05:25:51.063" v="3820" actId="1076"/>
          <ac:spMkLst>
            <pc:docMk/>
            <pc:sldMk cId="1615603583" sldId="296"/>
            <ac:spMk id="85" creationId="{CBF81F94-A594-E343-A085-320FDEF40146}"/>
          </ac:spMkLst>
        </pc:spChg>
        <pc:spChg chg="add mod">
          <ac:chgData name="Shruthi Prasad" userId="4c6def9a748305c2" providerId="LiveId" clId="{59184A1A-A57E-46D5-80B4-0D0761AC2003}" dt="2026-08-29T05:26:00.088" v="3822" actId="1076"/>
          <ac:spMkLst>
            <pc:docMk/>
            <pc:sldMk cId="1615603583" sldId="296"/>
            <ac:spMk id="87" creationId="{B1129D8D-DAB5-9587-13DE-5BE99FF73C68}"/>
          </ac:spMkLst>
        </pc:spChg>
        <pc:spChg chg="add mod">
          <ac:chgData name="Shruthi Prasad" userId="4c6def9a748305c2" providerId="LiveId" clId="{59184A1A-A57E-46D5-80B4-0D0761AC2003}" dt="2026-08-29T05:26:11.326" v="3824" actId="1076"/>
          <ac:spMkLst>
            <pc:docMk/>
            <pc:sldMk cId="1615603583" sldId="296"/>
            <ac:spMk id="89" creationId="{55DABC99-89AB-C329-B1BD-AED164BD2605}"/>
          </ac:spMkLst>
        </pc:spChg>
        <pc:picChg chg="add mod">
          <ac:chgData name="Shruthi Prasad" userId="4c6def9a748305c2" providerId="LiveId" clId="{59184A1A-A57E-46D5-80B4-0D0761AC2003}" dt="2026-08-29T04:07:26.692" v="559" actId="1076"/>
          <ac:picMkLst>
            <pc:docMk/>
            <pc:sldMk cId="1615603583" sldId="296"/>
            <ac:picMk id="13" creationId="{44B61334-04C9-740D-B06D-5985CA095608}"/>
          </ac:picMkLst>
        </pc:picChg>
        <pc:picChg chg="add mod">
          <ac:chgData name="Shruthi Prasad" userId="4c6def9a748305c2" providerId="LiveId" clId="{59184A1A-A57E-46D5-80B4-0D0761AC2003}" dt="2026-08-29T04:07:55.965" v="562" actId="1076"/>
          <ac:picMkLst>
            <pc:docMk/>
            <pc:sldMk cId="1615603583" sldId="296"/>
            <ac:picMk id="15" creationId="{1720BF6A-6F30-0FFB-1438-D24D6A1E94E3}"/>
          </ac:picMkLst>
        </pc:picChg>
        <pc:picChg chg="add mod">
          <ac:chgData name="Shruthi Prasad" userId="4c6def9a748305c2" providerId="LiveId" clId="{59184A1A-A57E-46D5-80B4-0D0761AC2003}" dt="2026-08-29T05:53:37.999" v="4319" actId="1037"/>
          <ac:picMkLst>
            <pc:docMk/>
            <pc:sldMk cId="1615603583" sldId="296"/>
            <ac:picMk id="20" creationId="{04AC9E3A-6DA4-6C37-08A9-B52E92CBFC7D}"/>
          </ac:picMkLst>
        </pc:picChg>
        <pc:picChg chg="add mod">
          <ac:chgData name="Shruthi Prasad" userId="4c6def9a748305c2" providerId="LiveId" clId="{59184A1A-A57E-46D5-80B4-0D0761AC2003}" dt="2026-08-29T05:54:23.850" v="4369" actId="1038"/>
          <ac:picMkLst>
            <pc:docMk/>
            <pc:sldMk cId="1615603583" sldId="296"/>
            <ac:picMk id="28" creationId="{7665C8E8-D2C9-3C5B-F924-717EA91C8244}"/>
          </ac:picMkLst>
        </pc:picChg>
        <pc:picChg chg="add mod">
          <ac:chgData name="Shruthi Prasad" userId="4c6def9a748305c2" providerId="LiveId" clId="{59184A1A-A57E-46D5-80B4-0D0761AC2003}" dt="2026-08-29T05:54:00.224" v="4333" actId="1038"/>
          <ac:picMkLst>
            <pc:docMk/>
            <pc:sldMk cId="1615603583" sldId="296"/>
            <ac:picMk id="35" creationId="{FC2E1897-551F-78CD-7EDD-70AA03445297}"/>
          </ac:picMkLst>
        </pc:picChg>
        <pc:picChg chg="add mod">
          <ac:chgData name="Shruthi Prasad" userId="4c6def9a748305c2" providerId="LiveId" clId="{59184A1A-A57E-46D5-80B4-0D0761AC2003}" dt="2026-08-29T05:54:00.224" v="4333" actId="1038"/>
          <ac:picMkLst>
            <pc:docMk/>
            <pc:sldMk cId="1615603583" sldId="296"/>
            <ac:picMk id="37" creationId="{10C59C92-3D4D-9926-97C3-FE4F91733D98}"/>
          </ac:picMkLst>
        </pc:picChg>
        <pc:picChg chg="add mod">
          <ac:chgData name="Shruthi Prasad" userId="4c6def9a748305c2" providerId="LiveId" clId="{59184A1A-A57E-46D5-80B4-0D0761AC2003}" dt="2026-08-29T05:44:22.426" v="4144" actId="1035"/>
          <ac:picMkLst>
            <pc:docMk/>
            <pc:sldMk cId="1615603583" sldId="296"/>
            <ac:picMk id="46" creationId="{12929AFE-25DA-6687-0776-338C41741E33}"/>
          </ac:picMkLst>
        </pc:picChg>
        <pc:picChg chg="add mod">
          <ac:chgData name="Shruthi Prasad" userId="4c6def9a748305c2" providerId="LiveId" clId="{59184A1A-A57E-46D5-80B4-0D0761AC2003}" dt="2026-08-29T05:44:09.990" v="4118" actId="1036"/>
          <ac:picMkLst>
            <pc:docMk/>
            <pc:sldMk cId="1615603583" sldId="296"/>
            <ac:picMk id="52" creationId="{48AE5396-BD9D-E4B3-0963-A1BE2C4EA9D8}"/>
          </ac:picMkLst>
        </pc:picChg>
        <pc:picChg chg="add mod">
          <ac:chgData name="Shruthi Prasad" userId="4c6def9a748305c2" providerId="LiveId" clId="{59184A1A-A57E-46D5-80B4-0D0761AC2003}" dt="2026-08-29T05:45:10.911" v="4227" actId="1035"/>
          <ac:picMkLst>
            <pc:docMk/>
            <pc:sldMk cId="1615603583" sldId="296"/>
            <ac:picMk id="58" creationId="{C5EB1980-BEE9-4302-6B53-02F0BE07D271}"/>
          </ac:picMkLst>
        </pc:picChg>
        <pc:picChg chg="add mod">
          <ac:chgData name="Shruthi Prasad" userId="4c6def9a748305c2" providerId="LiveId" clId="{59184A1A-A57E-46D5-80B4-0D0761AC2003}" dt="2026-08-29T05:27:13.449" v="3830" actId="207"/>
          <ac:picMkLst>
            <pc:docMk/>
            <pc:sldMk cId="1615603583" sldId="296"/>
            <ac:picMk id="91" creationId="{3E051656-D010-134F-7352-E9E67BAAC021}"/>
          </ac:picMkLst>
        </pc:picChg>
        <pc:picChg chg="add mod">
          <ac:chgData name="Shruthi Prasad" userId="4c6def9a748305c2" providerId="LiveId" clId="{59184A1A-A57E-46D5-80B4-0D0761AC2003}" dt="2026-08-29T05:27:55.188" v="3836" actId="207"/>
          <ac:picMkLst>
            <pc:docMk/>
            <pc:sldMk cId="1615603583" sldId="296"/>
            <ac:picMk id="93" creationId="{33EF4F89-AA44-969D-7002-5B3BF0475290}"/>
          </ac:picMkLst>
        </pc:picChg>
        <pc:picChg chg="add mod">
          <ac:chgData name="Shruthi Prasad" userId="4c6def9a748305c2" providerId="LiveId" clId="{59184A1A-A57E-46D5-80B4-0D0761AC2003}" dt="2026-08-29T05:42:14.943" v="3927" actId="207"/>
          <ac:picMkLst>
            <pc:docMk/>
            <pc:sldMk cId="1615603583" sldId="296"/>
            <ac:picMk id="95" creationId="{AE511F98-3BDA-6A4D-62EF-22D79F57555A}"/>
          </ac:picMkLst>
        </pc:picChg>
        <pc:picChg chg="add mod">
          <ac:chgData name="Shruthi Prasad" userId="4c6def9a748305c2" providerId="LiveId" clId="{59184A1A-A57E-46D5-80B4-0D0761AC2003}" dt="2026-08-29T05:43:26.169" v="4076" actId="207"/>
          <ac:picMkLst>
            <pc:docMk/>
            <pc:sldMk cId="1615603583" sldId="296"/>
            <ac:picMk id="97" creationId="{C2780F63-8F21-5106-CA2B-AC60D77B4972}"/>
          </ac:picMkLst>
        </pc:picChg>
        <pc:cxnChg chg="add mod">
          <ac:chgData name="Shruthi Prasad" userId="4c6def9a748305c2" providerId="LiveId" clId="{59184A1A-A57E-46D5-80B4-0D0761AC2003}" dt="2026-08-29T04:04:12.778" v="542" actId="1035"/>
          <ac:cxnSpMkLst>
            <pc:docMk/>
            <pc:sldMk cId="1615603583" sldId="296"/>
            <ac:cxnSpMk id="5" creationId="{29C3D4B8-A2C7-8EEA-CCF0-13E75941B55A}"/>
          </ac:cxnSpMkLst>
        </pc:cxnChg>
        <pc:cxnChg chg="add mod">
          <ac:chgData name="Shruthi Prasad" userId="4c6def9a748305c2" providerId="LiveId" clId="{59184A1A-A57E-46D5-80B4-0D0761AC2003}" dt="2026-08-29T05:54:30.653" v="4379" actId="1038"/>
          <ac:cxnSpMkLst>
            <pc:docMk/>
            <pc:sldMk cId="1615603583" sldId="296"/>
            <ac:cxnSpMk id="23" creationId="{751B728D-72E8-E492-8052-73E645536381}"/>
          </ac:cxnSpMkLst>
        </pc:cxnChg>
        <pc:cxnChg chg="add mod">
          <ac:chgData name="Shruthi Prasad" userId="4c6def9a748305c2" providerId="LiveId" clId="{59184A1A-A57E-46D5-80B4-0D0761AC2003}" dt="2026-08-29T05:54:10.738" v="4353" actId="1038"/>
          <ac:cxnSpMkLst>
            <pc:docMk/>
            <pc:sldMk cId="1615603583" sldId="296"/>
            <ac:cxnSpMk id="31" creationId="{E04681F8-7E96-D13D-3787-2F90DC5B3BC7}"/>
          </ac:cxnSpMkLst>
        </pc:cxnChg>
        <pc:cxnChg chg="add mod">
          <ac:chgData name="Shruthi Prasad" userId="4c6def9a748305c2" providerId="LiveId" clId="{59184A1A-A57E-46D5-80B4-0D0761AC2003}" dt="2026-08-29T05:45:39.273" v="4250" actId="1036"/>
          <ac:cxnSpMkLst>
            <pc:docMk/>
            <pc:sldMk cId="1615603583" sldId="296"/>
            <ac:cxnSpMk id="41" creationId="{AFF81EB0-41F0-820A-0D60-705473C42468}"/>
          </ac:cxnSpMkLst>
        </pc:cxnChg>
        <pc:cxnChg chg="add mod">
          <ac:chgData name="Shruthi Prasad" userId="4c6def9a748305c2" providerId="LiveId" clId="{59184A1A-A57E-46D5-80B4-0D0761AC2003}" dt="2026-08-29T05:45:23" v="4238" actId="1035"/>
          <ac:cxnSpMkLst>
            <pc:docMk/>
            <pc:sldMk cId="1615603583" sldId="296"/>
            <ac:cxnSpMk id="42" creationId="{CADF7D10-0EB6-822D-E8A1-C1A8D7A4BEAD}"/>
          </ac:cxnSpMkLst>
        </pc:cxnChg>
        <pc:cxnChg chg="add mod">
          <ac:chgData name="Shruthi Prasad" userId="4c6def9a748305c2" providerId="LiveId" clId="{59184A1A-A57E-46D5-80B4-0D0761AC2003}" dt="2026-08-29T05:11:14.510" v="2389" actId="17032"/>
          <ac:cxnSpMkLst>
            <pc:docMk/>
            <pc:sldMk cId="1615603583" sldId="296"/>
            <ac:cxnSpMk id="62" creationId="{DF00F8C9-D7EB-2DA3-7B68-49B6B604841D}"/>
          </ac:cxnSpMkLst>
        </pc:cxnChg>
        <pc:cxnChg chg="add mod">
          <ac:chgData name="Shruthi Prasad" userId="4c6def9a748305c2" providerId="LiveId" clId="{59184A1A-A57E-46D5-80B4-0D0761AC2003}" dt="2026-08-29T05:20:17.270" v="2993" actId="1038"/>
          <ac:cxnSpMkLst>
            <pc:docMk/>
            <pc:sldMk cId="1615603583" sldId="296"/>
            <ac:cxnSpMk id="70" creationId="{6982DF7C-8EB5-6337-4465-85F1C9B19635}"/>
          </ac:cxnSpMkLst>
        </pc:cxnChg>
        <pc:cxnChg chg="add mod">
          <ac:chgData name="Shruthi Prasad" userId="4c6def9a748305c2" providerId="LiveId" clId="{59184A1A-A57E-46D5-80B4-0D0761AC2003}" dt="2026-08-29T05:20:24.019" v="2994" actId="14100"/>
          <ac:cxnSpMkLst>
            <pc:docMk/>
            <pc:sldMk cId="1615603583" sldId="296"/>
            <ac:cxnSpMk id="71" creationId="{ACC79EF8-6371-752F-55DB-6EBD8085E574}"/>
          </ac:cxnSpMkLst>
        </pc:cxnChg>
        <pc:cxnChg chg="add mod">
          <ac:chgData name="Shruthi Prasad" userId="4c6def9a748305c2" providerId="LiveId" clId="{59184A1A-A57E-46D5-80B4-0D0761AC2003}" dt="2026-08-29T05:20:58.841" v="3145" actId="1036"/>
          <ac:cxnSpMkLst>
            <pc:docMk/>
            <pc:sldMk cId="1615603583" sldId="296"/>
            <ac:cxnSpMk id="72" creationId="{D66A14CD-06B6-511B-1273-89D336628721}"/>
          </ac:cxnSpMkLst>
        </pc:cxnChg>
        <pc:cxnChg chg="add mod">
          <ac:chgData name="Shruthi Prasad" userId="4c6def9a748305c2" providerId="LiveId" clId="{59184A1A-A57E-46D5-80B4-0D0761AC2003}" dt="2026-08-29T05:21:43.369" v="3214" actId="1036"/>
          <ac:cxnSpMkLst>
            <pc:docMk/>
            <pc:sldMk cId="1615603583" sldId="296"/>
            <ac:cxnSpMk id="73" creationId="{0F30DF0C-4EF2-E609-5A29-A23487EF89ED}"/>
          </ac:cxnSpMkLst>
        </pc:cxnChg>
      </pc:sldChg>
      <pc:sldChg chg="addSp delSp modSp add mod">
        <pc:chgData name="Shruthi Prasad" userId="4c6def9a748305c2" providerId="LiveId" clId="{59184A1A-A57E-46D5-80B4-0D0761AC2003}" dt="2026-08-29T16:49:58.284" v="10890" actId="207"/>
        <pc:sldMkLst>
          <pc:docMk/>
          <pc:sldMk cId="3542080598" sldId="299"/>
        </pc:sldMkLst>
        <pc:spChg chg="mod">
          <ac:chgData name="Shruthi Prasad" userId="4c6def9a748305c2" providerId="LiveId" clId="{59184A1A-A57E-46D5-80B4-0D0761AC2003}" dt="2026-08-29T15:52:30.557" v="8333" actId="20577"/>
          <ac:spMkLst>
            <pc:docMk/>
            <pc:sldMk cId="3542080598" sldId="299"/>
            <ac:spMk id="2" creationId="{B9876DFB-DA5F-7DEA-ED28-0611012923DD}"/>
          </ac:spMkLst>
        </pc:spChg>
        <pc:spChg chg="add mod">
          <ac:chgData name="Shruthi Prasad" userId="4c6def9a748305c2" providerId="LiveId" clId="{59184A1A-A57E-46D5-80B4-0D0761AC2003}" dt="2026-08-29T16:34:17.248" v="10830" actId="1036"/>
          <ac:spMkLst>
            <pc:docMk/>
            <pc:sldMk cId="3542080598" sldId="299"/>
            <ac:spMk id="4" creationId="{F9F185C2-BD5A-8C18-D322-2C8932E42EC2}"/>
          </ac:spMkLst>
        </pc:spChg>
        <pc:spChg chg="mod">
          <ac:chgData name="Shruthi Prasad" userId="4c6def9a748305c2" providerId="LiveId" clId="{59184A1A-A57E-46D5-80B4-0D0761AC2003}" dt="2026-08-29T16:49:58.284" v="10890" actId="207"/>
          <ac:spMkLst>
            <pc:docMk/>
            <pc:sldMk cId="3542080598" sldId="299"/>
            <ac:spMk id="6" creationId="{F8F14CDC-2D88-8AC2-E29A-FBA013B87932}"/>
          </ac:spMkLst>
        </pc:spChg>
        <pc:spChg chg="add mod">
          <ac:chgData name="Shruthi Prasad" userId="4c6def9a748305c2" providerId="LiveId" clId="{59184A1A-A57E-46D5-80B4-0D0761AC2003}" dt="2026-08-29T16:01:02.583" v="9084" actId="113"/>
          <ac:spMkLst>
            <pc:docMk/>
            <pc:sldMk cId="3542080598" sldId="299"/>
            <ac:spMk id="7" creationId="{0BC0A2A0-0942-6746-9046-CBD55888CFC3}"/>
          </ac:spMkLst>
        </pc:spChg>
        <pc:spChg chg="mod">
          <ac:chgData name="Shruthi Prasad" userId="4c6def9a748305c2" providerId="LiveId" clId="{59184A1A-A57E-46D5-80B4-0D0761AC2003}" dt="2026-08-29T15:59:02.026" v="8836" actId="1076"/>
          <ac:spMkLst>
            <pc:docMk/>
            <pc:sldMk cId="3542080598" sldId="299"/>
            <ac:spMk id="17" creationId="{3BC1ED60-5FB8-78B7-2B5F-C7800FC8BAF8}"/>
          </ac:spMkLst>
        </pc:spChg>
        <pc:spChg chg="add mod">
          <ac:chgData name="Shruthi Prasad" userId="4c6def9a748305c2" providerId="LiveId" clId="{59184A1A-A57E-46D5-80B4-0D0761AC2003}" dt="2026-08-29T16:10:16.481" v="10011" actId="1038"/>
          <ac:spMkLst>
            <pc:docMk/>
            <pc:sldMk cId="3542080598" sldId="299"/>
            <ac:spMk id="28" creationId="{7E1C5D90-221A-B016-8CC9-DCD0723FB2F0}"/>
          </ac:spMkLst>
        </pc:spChg>
        <pc:spChg chg="add mod">
          <ac:chgData name="Shruthi Prasad" userId="4c6def9a748305c2" providerId="LiveId" clId="{59184A1A-A57E-46D5-80B4-0D0761AC2003}" dt="2026-08-29T16:10:10.978" v="10008" actId="1038"/>
          <ac:spMkLst>
            <pc:docMk/>
            <pc:sldMk cId="3542080598" sldId="299"/>
            <ac:spMk id="39" creationId="{6DA2704C-4401-88C0-7B2A-7660CF2A788C}"/>
          </ac:spMkLst>
        </pc:spChg>
        <pc:spChg chg="add mod">
          <ac:chgData name="Shruthi Prasad" userId="4c6def9a748305c2" providerId="LiveId" clId="{59184A1A-A57E-46D5-80B4-0D0761AC2003}" dt="2026-08-29T16:10:34.883" v="10026" actId="1038"/>
          <ac:spMkLst>
            <pc:docMk/>
            <pc:sldMk cId="3542080598" sldId="299"/>
            <ac:spMk id="42" creationId="{42598105-79DA-E789-6A2E-439A04ED071C}"/>
          </ac:spMkLst>
        </pc:spChg>
        <pc:spChg chg="add mod">
          <ac:chgData name="Shruthi Prasad" userId="4c6def9a748305c2" providerId="LiveId" clId="{59184A1A-A57E-46D5-80B4-0D0761AC2003}" dt="2026-08-29T16:11:09.611" v="10067" actId="1038"/>
          <ac:spMkLst>
            <pc:docMk/>
            <pc:sldMk cId="3542080598" sldId="299"/>
            <ac:spMk id="46" creationId="{DE94579F-D62D-9F3E-8F6D-337B7FD1E0AE}"/>
          </ac:spMkLst>
        </pc:spChg>
        <pc:spChg chg="add mod">
          <ac:chgData name="Shruthi Prasad" userId="4c6def9a748305c2" providerId="LiveId" clId="{59184A1A-A57E-46D5-80B4-0D0761AC2003}" dt="2026-08-29T16:11:14.064" v="10073" actId="1035"/>
          <ac:spMkLst>
            <pc:docMk/>
            <pc:sldMk cId="3542080598" sldId="299"/>
            <ac:spMk id="50" creationId="{46908DC7-A2E4-F0BA-9A4A-D52404EA4B8B}"/>
          </ac:spMkLst>
        </pc:spChg>
        <pc:spChg chg="add mod">
          <ac:chgData name="Shruthi Prasad" userId="4c6def9a748305c2" providerId="LiveId" clId="{59184A1A-A57E-46D5-80B4-0D0761AC2003}" dt="2026-08-29T16:11:20.701" v="10080" actId="1038"/>
          <ac:spMkLst>
            <pc:docMk/>
            <pc:sldMk cId="3542080598" sldId="299"/>
            <ac:spMk id="54" creationId="{EE099383-DEB0-0B37-0D05-CF9802A0D7F9}"/>
          </ac:spMkLst>
        </pc:spChg>
        <pc:spChg chg="add mod">
          <ac:chgData name="Shruthi Prasad" userId="4c6def9a748305c2" providerId="LiveId" clId="{59184A1A-A57E-46D5-80B4-0D0761AC2003}" dt="2026-08-29T16:26:59.300" v="10422" actId="207"/>
          <ac:spMkLst>
            <pc:docMk/>
            <pc:sldMk cId="3542080598" sldId="299"/>
            <ac:spMk id="58" creationId="{69F19B26-4A74-5075-278F-872558B3B085}"/>
          </ac:spMkLst>
        </pc:spChg>
        <pc:spChg chg="add mod">
          <ac:chgData name="Shruthi Prasad" userId="4c6def9a748305c2" providerId="LiveId" clId="{59184A1A-A57E-46D5-80B4-0D0761AC2003}" dt="2026-08-29T16:14:18.696" v="10129" actId="1037"/>
          <ac:spMkLst>
            <pc:docMk/>
            <pc:sldMk cId="3542080598" sldId="299"/>
            <ac:spMk id="62" creationId="{52E921A4-5C65-63AC-9793-D71F6411F369}"/>
          </ac:spMkLst>
        </pc:spChg>
        <pc:spChg chg="add mod">
          <ac:chgData name="Shruthi Prasad" userId="4c6def9a748305c2" providerId="LiveId" clId="{59184A1A-A57E-46D5-80B4-0D0761AC2003}" dt="2026-08-29T16:16:21.519" v="10228" actId="1038"/>
          <ac:spMkLst>
            <pc:docMk/>
            <pc:sldMk cId="3542080598" sldId="299"/>
            <ac:spMk id="66" creationId="{54E7D236-25C6-2B19-FD09-17126F3807C2}"/>
          </ac:spMkLst>
        </pc:spChg>
        <pc:spChg chg="add mod">
          <ac:chgData name="Shruthi Prasad" userId="4c6def9a748305c2" providerId="LiveId" clId="{59184A1A-A57E-46D5-80B4-0D0761AC2003}" dt="2026-08-29T16:19:14.149" v="10300" actId="20577"/>
          <ac:spMkLst>
            <pc:docMk/>
            <pc:sldMk cId="3542080598" sldId="299"/>
            <ac:spMk id="70" creationId="{9C57A391-06AA-C754-33DB-FA71B6032514}"/>
          </ac:spMkLst>
        </pc:spChg>
        <pc:spChg chg="add mod">
          <ac:chgData name="Shruthi Prasad" userId="4c6def9a748305c2" providerId="LiveId" clId="{59184A1A-A57E-46D5-80B4-0D0761AC2003}" dt="2026-08-29T16:18:00.374" v="10252" actId="20577"/>
          <ac:spMkLst>
            <pc:docMk/>
            <pc:sldMk cId="3542080598" sldId="299"/>
            <ac:spMk id="72" creationId="{4FF7231F-0A08-E3B0-3038-F95E6053DE2F}"/>
          </ac:spMkLst>
        </pc:spChg>
        <pc:spChg chg="add mod">
          <ac:chgData name="Shruthi Prasad" userId="4c6def9a748305c2" providerId="LiveId" clId="{59184A1A-A57E-46D5-80B4-0D0761AC2003}" dt="2026-08-29T16:18:18.899" v="10269" actId="1037"/>
          <ac:spMkLst>
            <pc:docMk/>
            <pc:sldMk cId="3542080598" sldId="299"/>
            <ac:spMk id="76" creationId="{B3DC9D1C-E849-19CF-1E60-1BEE4856422A}"/>
          </ac:spMkLst>
        </pc:spChg>
        <pc:spChg chg="add mod">
          <ac:chgData name="Shruthi Prasad" userId="4c6def9a748305c2" providerId="LiveId" clId="{59184A1A-A57E-46D5-80B4-0D0761AC2003}" dt="2026-08-29T16:18:32.591" v="10276" actId="20577"/>
          <ac:spMkLst>
            <pc:docMk/>
            <pc:sldMk cId="3542080598" sldId="299"/>
            <ac:spMk id="80" creationId="{03F1BE7E-A949-FDDB-E8BE-3B5C7C4A887C}"/>
          </ac:spMkLst>
        </pc:spChg>
        <pc:spChg chg="add mod">
          <ac:chgData name="Shruthi Prasad" userId="4c6def9a748305c2" providerId="LiveId" clId="{59184A1A-A57E-46D5-80B4-0D0761AC2003}" dt="2026-08-29T16:19:00.645" v="10291" actId="1076"/>
          <ac:spMkLst>
            <pc:docMk/>
            <pc:sldMk cId="3542080598" sldId="299"/>
            <ac:spMk id="84" creationId="{182E326C-5122-1DC7-E404-15E0A7DC041B}"/>
          </ac:spMkLst>
        </pc:spChg>
        <pc:spChg chg="add mod">
          <ac:chgData name="Shruthi Prasad" userId="4c6def9a748305c2" providerId="LiveId" clId="{59184A1A-A57E-46D5-80B4-0D0761AC2003}" dt="2026-08-29T16:19:29.408" v="10307" actId="20577"/>
          <ac:spMkLst>
            <pc:docMk/>
            <pc:sldMk cId="3542080598" sldId="299"/>
            <ac:spMk id="88" creationId="{D9C7DC63-C7BC-F89D-CE0C-E157BEC1975A}"/>
          </ac:spMkLst>
        </pc:spChg>
        <pc:spChg chg="add mod">
          <ac:chgData name="Shruthi Prasad" userId="4c6def9a748305c2" providerId="LiveId" clId="{59184A1A-A57E-46D5-80B4-0D0761AC2003}" dt="2026-08-29T16:19:47.406" v="10326" actId="1037"/>
          <ac:spMkLst>
            <pc:docMk/>
            <pc:sldMk cId="3542080598" sldId="299"/>
            <ac:spMk id="92" creationId="{F67AD7A0-61CB-F2B7-8EE7-D73049F93CE0}"/>
          </ac:spMkLst>
        </pc:spChg>
        <pc:spChg chg="add mod">
          <ac:chgData name="Shruthi Prasad" userId="4c6def9a748305c2" providerId="LiveId" clId="{59184A1A-A57E-46D5-80B4-0D0761AC2003}" dt="2026-08-29T16:19:59.312" v="10331" actId="20577"/>
          <ac:spMkLst>
            <pc:docMk/>
            <pc:sldMk cId="3542080598" sldId="299"/>
            <ac:spMk id="97" creationId="{C7D55DDE-3F82-783E-538A-F7302FADA85D}"/>
          </ac:spMkLst>
        </pc:spChg>
        <pc:spChg chg="add mod">
          <ac:chgData name="Shruthi Prasad" userId="4c6def9a748305c2" providerId="LiveId" clId="{59184A1A-A57E-46D5-80B4-0D0761AC2003}" dt="2026-08-29T16:20:16.695" v="10355" actId="1038"/>
          <ac:spMkLst>
            <pc:docMk/>
            <pc:sldMk cId="3542080598" sldId="299"/>
            <ac:spMk id="99" creationId="{4DCAF91A-88D0-5AF4-D01E-75447951E716}"/>
          </ac:spMkLst>
        </pc:spChg>
        <pc:spChg chg="add mod">
          <ac:chgData name="Shruthi Prasad" userId="4c6def9a748305c2" providerId="LiveId" clId="{59184A1A-A57E-46D5-80B4-0D0761AC2003}" dt="2026-08-29T16:32:33.906" v="10678" actId="20577"/>
          <ac:spMkLst>
            <pc:docMk/>
            <pc:sldMk cId="3542080598" sldId="299"/>
            <ac:spMk id="101" creationId="{96B4EB69-D996-7271-CA0A-492836027327}"/>
          </ac:spMkLst>
        </pc:spChg>
        <pc:spChg chg="add mod">
          <ac:chgData name="Shruthi Prasad" userId="4c6def9a748305c2" providerId="LiveId" clId="{59184A1A-A57E-46D5-80B4-0D0761AC2003}" dt="2026-08-29T16:33:50.750" v="10802" actId="1036"/>
          <ac:spMkLst>
            <pc:docMk/>
            <pc:sldMk cId="3542080598" sldId="299"/>
            <ac:spMk id="105" creationId="{51A50E9B-BE44-EEB3-87C7-392BBFE10EAB}"/>
          </ac:spMkLst>
        </pc:spChg>
        <pc:spChg chg="add mod">
          <ac:chgData name="Shruthi Prasad" userId="4c6def9a748305c2" providerId="LiveId" clId="{59184A1A-A57E-46D5-80B4-0D0761AC2003}" dt="2026-08-29T16:33:38.585" v="10753" actId="1037"/>
          <ac:spMkLst>
            <pc:docMk/>
            <pc:sldMk cId="3542080598" sldId="299"/>
            <ac:spMk id="106" creationId="{037865FD-5FA6-93ED-1E95-0F224653BB7A}"/>
          </ac:spMkLst>
        </pc:spChg>
        <pc:spChg chg="add mod">
          <ac:chgData name="Shruthi Prasad" userId="4c6def9a748305c2" providerId="LiveId" clId="{59184A1A-A57E-46D5-80B4-0D0761AC2003}" dt="2026-08-29T16:34:13.221" v="10816" actId="1036"/>
          <ac:spMkLst>
            <pc:docMk/>
            <pc:sldMk cId="3542080598" sldId="299"/>
            <ac:spMk id="109" creationId="{78EF48C9-BD4B-99F0-2E16-0FF33A28DA4C}"/>
          </ac:spMkLst>
        </pc:spChg>
        <pc:picChg chg="add mod">
          <ac:chgData name="Shruthi Prasad" userId="4c6def9a748305c2" providerId="LiveId" clId="{59184A1A-A57E-46D5-80B4-0D0761AC2003}" dt="2026-08-29T16:48:32.140" v="10888" actId="1038"/>
          <ac:picMkLst>
            <pc:docMk/>
            <pc:sldMk cId="3542080598" sldId="299"/>
            <ac:picMk id="113" creationId="{827124C1-1AD8-2244-5167-69796968E9F1}"/>
          </ac:picMkLst>
        </pc:picChg>
        <pc:cxnChg chg="add mod">
          <ac:chgData name="Shruthi Prasad" userId="4c6def9a748305c2" providerId="LiveId" clId="{59184A1A-A57E-46D5-80B4-0D0761AC2003}" dt="2026-08-29T16:02:39.666" v="9285" actId="1038"/>
          <ac:cxnSpMkLst>
            <pc:docMk/>
            <pc:sldMk cId="3542080598" sldId="299"/>
            <ac:cxnSpMk id="8" creationId="{0615FC97-D56C-308F-D42F-4C952E9E0C3D}"/>
          </ac:cxnSpMkLst>
        </pc:cxnChg>
        <pc:cxnChg chg="add mod">
          <ac:chgData name="Shruthi Prasad" userId="4c6def9a748305c2" providerId="LiveId" clId="{59184A1A-A57E-46D5-80B4-0D0761AC2003}" dt="2026-08-29T16:03:24.998" v="9339" actId="1035"/>
          <ac:cxnSpMkLst>
            <pc:docMk/>
            <pc:sldMk cId="3542080598" sldId="299"/>
            <ac:cxnSpMk id="11" creationId="{211AD4E8-3B3A-4E88-96CF-4E97BBE85EE3}"/>
          </ac:cxnSpMkLst>
        </pc:cxnChg>
        <pc:cxnChg chg="add mod">
          <ac:chgData name="Shruthi Prasad" userId="4c6def9a748305c2" providerId="LiveId" clId="{59184A1A-A57E-46D5-80B4-0D0761AC2003}" dt="2026-08-29T16:03:37.955" v="9392" actId="1035"/>
          <ac:cxnSpMkLst>
            <pc:docMk/>
            <pc:sldMk cId="3542080598" sldId="299"/>
            <ac:cxnSpMk id="14" creationId="{EFE21055-68F9-2B18-97C5-0E86571542AE}"/>
          </ac:cxnSpMkLst>
        </pc:cxnChg>
        <pc:cxnChg chg="add mod">
          <ac:chgData name="Shruthi Prasad" userId="4c6def9a748305c2" providerId="LiveId" clId="{59184A1A-A57E-46D5-80B4-0D0761AC2003}" dt="2026-08-29T16:05:13.371" v="9503" actId="14100"/>
          <ac:cxnSpMkLst>
            <pc:docMk/>
            <pc:sldMk cId="3542080598" sldId="299"/>
            <ac:cxnSpMk id="16" creationId="{35A4FCD2-5480-794C-2845-350CA4340744}"/>
          </ac:cxnSpMkLst>
        </pc:cxnChg>
        <pc:cxnChg chg="add mod">
          <ac:chgData name="Shruthi Prasad" userId="4c6def9a748305c2" providerId="LiveId" clId="{59184A1A-A57E-46D5-80B4-0D0761AC2003}" dt="2026-08-29T16:05:35.415" v="9548" actId="1035"/>
          <ac:cxnSpMkLst>
            <pc:docMk/>
            <pc:sldMk cId="3542080598" sldId="299"/>
            <ac:cxnSpMk id="18" creationId="{EE83AC96-79E0-F5CB-E2E3-2E1C746F6AB5}"/>
          </ac:cxnSpMkLst>
        </pc:cxnChg>
        <pc:cxnChg chg="add mod">
          <ac:chgData name="Shruthi Prasad" userId="4c6def9a748305c2" providerId="LiveId" clId="{59184A1A-A57E-46D5-80B4-0D0761AC2003}" dt="2026-08-29T16:11:04.945" v="10059" actId="1038"/>
          <ac:cxnSpMkLst>
            <pc:docMk/>
            <pc:sldMk cId="3542080598" sldId="299"/>
            <ac:cxnSpMk id="20" creationId="{53F7817A-C978-F047-8E8D-8F65C5A9F357}"/>
          </ac:cxnSpMkLst>
        </pc:cxnChg>
        <pc:cxnChg chg="add mod">
          <ac:chgData name="Shruthi Prasad" userId="4c6def9a748305c2" providerId="LiveId" clId="{59184A1A-A57E-46D5-80B4-0D0761AC2003}" dt="2026-08-29T16:11:24.337" v="10083" actId="1038"/>
          <ac:cxnSpMkLst>
            <pc:docMk/>
            <pc:sldMk cId="3542080598" sldId="299"/>
            <ac:cxnSpMk id="22" creationId="{EFEB3C36-E950-731D-E0AB-3C6A3D0081F9}"/>
          </ac:cxnSpMkLst>
        </pc:cxnChg>
        <pc:cxnChg chg="add mod">
          <ac:chgData name="Shruthi Prasad" userId="4c6def9a748305c2" providerId="LiveId" clId="{59184A1A-A57E-46D5-80B4-0D0761AC2003}" dt="2026-08-29T16:06:21.648" v="9613" actId="1076"/>
          <ac:cxnSpMkLst>
            <pc:docMk/>
            <pc:sldMk cId="3542080598" sldId="299"/>
            <ac:cxnSpMk id="24" creationId="{8CBE6923-388D-0235-9657-B85317E06F22}"/>
          </ac:cxnSpMkLst>
        </pc:cxnChg>
        <pc:cxnChg chg="add mod">
          <ac:chgData name="Shruthi Prasad" userId="4c6def9a748305c2" providerId="LiveId" clId="{59184A1A-A57E-46D5-80B4-0D0761AC2003}" dt="2026-08-29T16:33:47.160" v="10786" actId="1036"/>
          <ac:cxnSpMkLst>
            <pc:docMk/>
            <pc:sldMk cId="3542080598" sldId="299"/>
            <ac:cxnSpMk id="107" creationId="{DC5D59C6-FF58-C387-153D-07C5F0B1D97C}"/>
          </ac:cxnSpMkLst>
        </pc:cxnChg>
      </pc:sldChg>
      <pc:sldChg chg="addSp delSp modSp add mod">
        <pc:chgData name="Shruthi Prasad" userId="4c6def9a748305c2" providerId="LiveId" clId="{59184A1A-A57E-46D5-80B4-0D0761AC2003}" dt="2026-08-29T17:23:51.166" v="11964" actId="1076"/>
        <pc:sldMkLst>
          <pc:docMk/>
          <pc:sldMk cId="2975871634" sldId="300"/>
        </pc:sldMkLst>
        <pc:spChg chg="mod">
          <ac:chgData name="Shruthi Prasad" userId="4c6def9a748305c2" providerId="LiveId" clId="{59184A1A-A57E-46D5-80B4-0D0761AC2003}" dt="2026-08-29T16:52:02.567" v="10908" actId="20577"/>
          <ac:spMkLst>
            <pc:docMk/>
            <pc:sldMk cId="2975871634" sldId="300"/>
            <ac:spMk id="2" creationId="{0FD1FA7A-C493-C2A3-EAB3-0F90EC9411FF}"/>
          </ac:spMkLst>
        </pc:spChg>
        <pc:spChg chg="mod">
          <ac:chgData name="Shruthi Prasad" userId="4c6def9a748305c2" providerId="LiveId" clId="{59184A1A-A57E-46D5-80B4-0D0761AC2003}" dt="2026-08-29T17:21:14.991" v="11961" actId="113"/>
          <ac:spMkLst>
            <pc:docMk/>
            <pc:sldMk cId="2975871634" sldId="300"/>
            <ac:spMk id="4" creationId="{61B8C98C-1335-362C-5CD2-4CEE9586F206}"/>
          </ac:spMkLst>
        </pc:spChg>
        <pc:spChg chg="mod">
          <ac:chgData name="Shruthi Prasad" userId="4c6def9a748305c2" providerId="LiveId" clId="{59184A1A-A57E-46D5-80B4-0D0761AC2003}" dt="2026-08-29T17:20:48.301" v="11955" actId="1037"/>
          <ac:spMkLst>
            <pc:docMk/>
            <pc:sldMk cId="2975871634" sldId="300"/>
            <ac:spMk id="6" creationId="{48A82A2C-664C-9094-4976-8B62316FD3F0}"/>
          </ac:spMkLst>
        </pc:spChg>
        <pc:spChg chg="mod">
          <ac:chgData name="Shruthi Prasad" userId="4c6def9a748305c2" providerId="LiveId" clId="{59184A1A-A57E-46D5-80B4-0D0761AC2003}" dt="2026-08-29T17:13:16.266" v="11617" actId="20577"/>
          <ac:spMkLst>
            <pc:docMk/>
            <pc:sldMk cId="2975871634" sldId="300"/>
            <ac:spMk id="7" creationId="{4C371363-4897-E692-95B2-D67EFB3BC935}"/>
          </ac:spMkLst>
        </pc:spChg>
        <pc:spChg chg="add mod">
          <ac:chgData name="Shruthi Prasad" userId="4c6def9a748305c2" providerId="LiveId" clId="{59184A1A-A57E-46D5-80B4-0D0761AC2003}" dt="2026-08-29T17:07:36.419" v="11301" actId="1076"/>
          <ac:spMkLst>
            <pc:docMk/>
            <pc:sldMk cId="2975871634" sldId="300"/>
            <ac:spMk id="10" creationId="{7478D651-E0BF-C497-8D6C-F2B8C14879E8}"/>
          </ac:spMkLst>
        </pc:spChg>
        <pc:spChg chg="add mod">
          <ac:chgData name="Shruthi Prasad" userId="4c6def9a748305c2" providerId="LiveId" clId="{59184A1A-A57E-46D5-80B4-0D0761AC2003}" dt="2026-08-29T17:09:30.200" v="11400" actId="207"/>
          <ac:spMkLst>
            <pc:docMk/>
            <pc:sldMk cId="2975871634" sldId="300"/>
            <ac:spMk id="13" creationId="{B599AF46-C922-3967-D748-23BB2C9ABCDB}"/>
          </ac:spMkLst>
        </pc:spChg>
        <pc:spChg chg="mod">
          <ac:chgData name="Shruthi Prasad" userId="4c6def9a748305c2" providerId="LiveId" clId="{59184A1A-A57E-46D5-80B4-0D0761AC2003}" dt="2026-08-29T17:02:48.633" v="11076" actId="14100"/>
          <ac:spMkLst>
            <pc:docMk/>
            <pc:sldMk cId="2975871634" sldId="300"/>
            <ac:spMk id="17" creationId="{03B4758E-7F90-EB74-D9CE-0DB3F63DB81F}"/>
          </ac:spMkLst>
        </pc:spChg>
        <pc:spChg chg="add mod">
          <ac:chgData name="Shruthi Prasad" userId="4c6def9a748305c2" providerId="LiveId" clId="{59184A1A-A57E-46D5-80B4-0D0761AC2003}" dt="2026-08-29T17:11:26.038" v="11593" actId="207"/>
          <ac:spMkLst>
            <pc:docMk/>
            <pc:sldMk cId="2975871634" sldId="300"/>
            <ac:spMk id="21" creationId="{5692E461-B919-BD64-5EC5-275FF4BB17E3}"/>
          </ac:spMkLst>
        </pc:spChg>
        <pc:spChg chg="add mod">
          <ac:chgData name="Shruthi Prasad" userId="4c6def9a748305c2" providerId="LiveId" clId="{59184A1A-A57E-46D5-80B4-0D0761AC2003}" dt="2026-08-29T17:10:58.700" v="11576" actId="20577"/>
          <ac:spMkLst>
            <pc:docMk/>
            <pc:sldMk cId="2975871634" sldId="300"/>
            <ac:spMk id="27" creationId="{B0BD026F-CF03-8C51-11F6-A224AA09D2E4}"/>
          </ac:spMkLst>
        </pc:spChg>
        <pc:spChg chg="add mod">
          <ac:chgData name="Shruthi Prasad" userId="4c6def9a748305c2" providerId="LiveId" clId="{59184A1A-A57E-46D5-80B4-0D0761AC2003}" dt="2026-08-29T17:11:07.450" v="11584" actId="20577"/>
          <ac:spMkLst>
            <pc:docMk/>
            <pc:sldMk cId="2975871634" sldId="300"/>
            <ac:spMk id="30" creationId="{DAF6492C-4648-5CB2-3493-8ACA99237733}"/>
          </ac:spMkLst>
        </pc:spChg>
        <pc:spChg chg="add mod">
          <ac:chgData name="Shruthi Prasad" userId="4c6def9a748305c2" providerId="LiveId" clId="{59184A1A-A57E-46D5-80B4-0D0761AC2003}" dt="2026-08-29T17:14:54.423" v="11730" actId="1035"/>
          <ac:spMkLst>
            <pc:docMk/>
            <pc:sldMk cId="2975871634" sldId="300"/>
            <ac:spMk id="36" creationId="{1E5184D1-B4A7-63B5-159C-72E113A2E519}"/>
          </ac:spMkLst>
        </pc:spChg>
        <pc:spChg chg="add mod">
          <ac:chgData name="Shruthi Prasad" userId="4c6def9a748305c2" providerId="LiveId" clId="{59184A1A-A57E-46D5-80B4-0D0761AC2003}" dt="2026-08-29T17:20:39.101" v="11943" actId="1037"/>
          <ac:spMkLst>
            <pc:docMk/>
            <pc:sldMk cId="2975871634" sldId="300"/>
            <ac:spMk id="40" creationId="{91C36550-4044-CCB9-68C9-F9F9AC30305A}"/>
          </ac:spMkLst>
        </pc:spChg>
        <pc:spChg chg="mod">
          <ac:chgData name="Shruthi Prasad" userId="4c6def9a748305c2" providerId="LiveId" clId="{59184A1A-A57E-46D5-80B4-0D0761AC2003}" dt="2026-08-29T17:06:08.683" v="11211" actId="1076"/>
          <ac:spMkLst>
            <pc:docMk/>
            <pc:sldMk cId="2975871634" sldId="300"/>
            <ac:spMk id="46" creationId="{B5842DDC-263B-1B48-A771-B27B22527068}"/>
          </ac:spMkLst>
        </pc:spChg>
        <pc:spChg chg="mod">
          <ac:chgData name="Shruthi Prasad" userId="4c6def9a748305c2" providerId="LiveId" clId="{59184A1A-A57E-46D5-80B4-0D0761AC2003}" dt="2026-08-29T17:07:08.188" v="11244" actId="20577"/>
          <ac:spMkLst>
            <pc:docMk/>
            <pc:sldMk cId="2975871634" sldId="300"/>
            <ac:spMk id="72" creationId="{96A1F790-738C-78E7-7F76-6C65AC724E33}"/>
          </ac:spMkLst>
        </pc:spChg>
        <pc:spChg chg="mod">
          <ac:chgData name="Shruthi Prasad" userId="4c6def9a748305c2" providerId="LiveId" clId="{59184A1A-A57E-46D5-80B4-0D0761AC2003}" dt="2026-08-29T17:05:58.508" v="11210" actId="1076"/>
          <ac:spMkLst>
            <pc:docMk/>
            <pc:sldMk cId="2975871634" sldId="300"/>
            <ac:spMk id="76" creationId="{C4F395E3-E655-2776-774C-C41C8A8C6B83}"/>
          </ac:spMkLst>
        </pc:spChg>
        <pc:spChg chg="mod">
          <ac:chgData name="Shruthi Prasad" userId="4c6def9a748305c2" providerId="LiveId" clId="{59184A1A-A57E-46D5-80B4-0D0761AC2003}" dt="2026-08-29T17:20:31.569" v="11921" actId="1037"/>
          <ac:spMkLst>
            <pc:docMk/>
            <pc:sldMk cId="2975871634" sldId="300"/>
            <ac:spMk id="105" creationId="{E875FD41-DB33-6B8A-6C11-D98070871BA2}"/>
          </ac:spMkLst>
        </pc:spChg>
        <pc:spChg chg="mod">
          <ac:chgData name="Shruthi Prasad" userId="4c6def9a748305c2" providerId="LiveId" clId="{59184A1A-A57E-46D5-80B4-0D0761AC2003}" dt="2026-08-29T17:15:39.178" v="11732" actId="1076"/>
          <ac:spMkLst>
            <pc:docMk/>
            <pc:sldMk cId="2975871634" sldId="300"/>
            <ac:spMk id="106" creationId="{BAE1D46F-5F45-F1B9-98AD-29A0FB1DD30E}"/>
          </ac:spMkLst>
        </pc:spChg>
        <pc:picChg chg="add mod">
          <ac:chgData name="Shruthi Prasad" userId="4c6def9a748305c2" providerId="LiveId" clId="{59184A1A-A57E-46D5-80B4-0D0761AC2003}" dt="2026-08-29T17:12:18.247" v="11601" actId="207"/>
          <ac:picMkLst>
            <pc:docMk/>
            <pc:sldMk cId="2975871634" sldId="300"/>
            <ac:picMk id="32" creationId="{EEF85DB7-EDEB-FAAB-B6B9-107752293EC0}"/>
          </ac:picMkLst>
        </pc:picChg>
        <pc:picChg chg="add mod">
          <ac:chgData name="Shruthi Prasad" userId="4c6def9a748305c2" providerId="LiveId" clId="{59184A1A-A57E-46D5-80B4-0D0761AC2003}" dt="2026-08-29T17:13:03.521" v="11606" actId="207"/>
          <ac:picMkLst>
            <pc:docMk/>
            <pc:sldMk cId="2975871634" sldId="300"/>
            <ac:picMk id="34" creationId="{BBC106E7-1CB7-5A6C-036B-6005F6D41055}"/>
          </ac:picMkLst>
        </pc:picChg>
        <pc:picChg chg="add mod">
          <ac:chgData name="Shruthi Prasad" userId="4c6def9a748305c2" providerId="LiveId" clId="{59184A1A-A57E-46D5-80B4-0D0761AC2003}" dt="2026-08-29T17:23:51.166" v="11964" actId="1076"/>
          <ac:picMkLst>
            <pc:docMk/>
            <pc:sldMk cId="2975871634" sldId="300"/>
            <ac:picMk id="43" creationId="{138DFEC6-745F-80C6-B06D-A06A89B91474}"/>
          </ac:picMkLst>
        </pc:picChg>
        <pc:cxnChg chg="add mod">
          <ac:chgData name="Shruthi Prasad" userId="4c6def9a748305c2" providerId="LiveId" clId="{59184A1A-A57E-46D5-80B4-0D0761AC2003}" dt="2026-08-29T17:09:45.681" v="11439" actId="1036"/>
          <ac:cxnSpMkLst>
            <pc:docMk/>
            <pc:sldMk cId="2975871634" sldId="300"/>
            <ac:cxnSpMk id="15" creationId="{0546FF52-8D6C-F455-3FC2-4A7FCD096470}"/>
          </ac:cxnSpMkLst>
        </pc:cxnChg>
        <pc:cxnChg chg="mod">
          <ac:chgData name="Shruthi Prasad" userId="4c6def9a748305c2" providerId="LiveId" clId="{59184A1A-A57E-46D5-80B4-0D0761AC2003}" dt="2026-08-29T17:03:16.213" v="11134" actId="1036"/>
          <ac:cxnSpMkLst>
            <pc:docMk/>
            <pc:sldMk cId="2975871634" sldId="300"/>
            <ac:cxnSpMk id="20" creationId="{465D724C-75CC-A57E-DF1A-23FE32D180ED}"/>
          </ac:cxnSpMkLst>
        </pc:cxnChg>
        <pc:cxnChg chg="add mod">
          <ac:chgData name="Shruthi Prasad" userId="4c6def9a748305c2" providerId="LiveId" clId="{59184A1A-A57E-46D5-80B4-0D0761AC2003}" dt="2026-08-29T17:20:26.433" v="11912" actId="1037"/>
          <ac:cxnSpMkLst>
            <pc:docMk/>
            <pc:sldMk cId="2975871634" sldId="300"/>
            <ac:cxnSpMk id="37" creationId="{6857C296-D3F4-A3AF-5D2A-5646F1CD9EFE}"/>
          </ac:cxnSpMkLst>
        </pc:cxnChg>
        <pc:cxnChg chg="mod">
          <ac:chgData name="Shruthi Prasad" userId="4c6def9a748305c2" providerId="LiveId" clId="{59184A1A-A57E-46D5-80B4-0D0761AC2003}" dt="2026-08-29T17:16:04.424" v="11758" actId="1038"/>
          <ac:cxnSpMkLst>
            <pc:docMk/>
            <pc:sldMk cId="2975871634" sldId="300"/>
            <ac:cxnSpMk id="107" creationId="{21AE03C7-BE2C-3AF3-4892-A9502ED05E98}"/>
          </ac:cxnSpMkLst>
        </pc:cxnChg>
      </pc:sldChg>
      <pc:sldChg chg="addSp delSp modSp add mod">
        <pc:chgData name="Shruthi Prasad" userId="4c6def9a748305c2" providerId="LiveId" clId="{59184A1A-A57E-46D5-80B4-0D0761AC2003}" dt="2026-08-29T18:34:35.466" v="12587" actId="14100"/>
        <pc:sldMkLst>
          <pc:docMk/>
          <pc:sldMk cId="1656167041" sldId="301"/>
        </pc:sldMkLst>
        <pc:spChg chg="mod">
          <ac:chgData name="Shruthi Prasad" userId="4c6def9a748305c2" providerId="LiveId" clId="{59184A1A-A57E-46D5-80B4-0D0761AC2003}" dt="2026-08-29T17:25:00.504" v="11984" actId="20577"/>
          <ac:spMkLst>
            <pc:docMk/>
            <pc:sldMk cId="1656167041" sldId="301"/>
            <ac:spMk id="2" creationId="{C60CFAC7-4D59-BCC1-E110-D39E16AFADAD}"/>
          </ac:spMkLst>
        </pc:spChg>
        <pc:spChg chg="mod">
          <ac:chgData name="Shruthi Prasad" userId="4c6def9a748305c2" providerId="LiveId" clId="{59184A1A-A57E-46D5-80B4-0D0761AC2003}" dt="2026-08-29T18:19:28.814" v="11990" actId="113"/>
          <ac:spMkLst>
            <pc:docMk/>
            <pc:sldMk cId="1656167041" sldId="301"/>
            <ac:spMk id="4" creationId="{9851F716-C57A-55E4-BD57-6D5EA7C04983}"/>
          </ac:spMkLst>
        </pc:spChg>
        <pc:spChg chg="mod">
          <ac:chgData name="Shruthi Prasad" userId="4c6def9a748305c2" providerId="LiveId" clId="{59184A1A-A57E-46D5-80B4-0D0761AC2003}" dt="2026-08-29T18:28:10.226" v="12579" actId="207"/>
          <ac:spMkLst>
            <pc:docMk/>
            <pc:sldMk cId="1656167041" sldId="301"/>
            <ac:spMk id="6" creationId="{0ADD3281-B5C3-C770-BE39-8102F40717B1}"/>
          </ac:spMkLst>
        </pc:spChg>
        <pc:spChg chg="mod">
          <ac:chgData name="Shruthi Prasad" userId="4c6def9a748305c2" providerId="LiveId" clId="{59184A1A-A57E-46D5-80B4-0D0761AC2003}" dt="2026-08-29T18:28:26.020" v="12580" actId="207"/>
          <ac:spMkLst>
            <pc:docMk/>
            <pc:sldMk cId="1656167041" sldId="301"/>
            <ac:spMk id="40" creationId="{BCA070AA-774F-108B-06D7-91CBCEBAF59B}"/>
          </ac:spMkLst>
        </pc:spChg>
        <pc:spChg chg="mod">
          <ac:chgData name="Shruthi Prasad" userId="4c6def9a748305c2" providerId="LiveId" clId="{59184A1A-A57E-46D5-80B4-0D0761AC2003}" dt="2026-08-29T18:26:56.995" v="12568" actId="255"/>
          <ac:spMkLst>
            <pc:docMk/>
            <pc:sldMk cId="1656167041" sldId="301"/>
            <ac:spMk id="105" creationId="{CE93825F-3715-6F98-45A7-08C8FC3D61B0}"/>
          </ac:spMkLst>
        </pc:spChg>
        <pc:spChg chg="mod">
          <ac:chgData name="Shruthi Prasad" userId="4c6def9a748305c2" providerId="LiveId" clId="{59184A1A-A57E-46D5-80B4-0D0761AC2003}" dt="2026-08-29T18:20:43.672" v="12009" actId="14100"/>
          <ac:spMkLst>
            <pc:docMk/>
            <pc:sldMk cId="1656167041" sldId="301"/>
            <ac:spMk id="106" creationId="{54AA93EF-62C8-E9A8-E061-0CF2F45944FA}"/>
          </ac:spMkLst>
        </pc:spChg>
        <pc:picChg chg="add mod">
          <ac:chgData name="Shruthi Prasad" userId="4c6def9a748305c2" providerId="LiveId" clId="{59184A1A-A57E-46D5-80B4-0D0761AC2003}" dt="2026-08-29T18:34:07.307" v="12583" actId="1076"/>
          <ac:picMkLst>
            <pc:docMk/>
            <pc:sldMk cId="1656167041" sldId="301"/>
            <ac:picMk id="5" creationId="{8D68FDBE-2278-F91C-665E-22380DA23A3D}"/>
          </ac:picMkLst>
        </pc:picChg>
        <pc:picChg chg="add mod">
          <ac:chgData name="Shruthi Prasad" userId="4c6def9a748305c2" providerId="LiveId" clId="{59184A1A-A57E-46D5-80B4-0D0761AC2003}" dt="2026-08-29T18:34:35.466" v="12587" actId="14100"/>
          <ac:picMkLst>
            <pc:docMk/>
            <pc:sldMk cId="1656167041" sldId="301"/>
            <ac:picMk id="9" creationId="{69AD1E44-8567-7EE6-9681-C7B50433C96C}"/>
          </ac:picMkLst>
        </pc:picChg>
        <pc:cxnChg chg="mod">
          <ac:chgData name="Shruthi Prasad" userId="4c6def9a748305c2" providerId="LiveId" clId="{59184A1A-A57E-46D5-80B4-0D0761AC2003}" dt="2026-08-29T18:21:18.126" v="12272" actId="1038"/>
          <ac:cxnSpMkLst>
            <pc:docMk/>
            <pc:sldMk cId="1656167041" sldId="301"/>
            <ac:cxnSpMk id="37" creationId="{1B092545-4C3B-BC03-5212-C9EBB6A237B1}"/>
          </ac:cxnSpMkLst>
        </pc:cxnChg>
        <pc:cxnChg chg="mod">
          <ac:chgData name="Shruthi Prasad" userId="4c6def9a748305c2" providerId="LiveId" clId="{59184A1A-A57E-46D5-80B4-0D0761AC2003}" dt="2026-08-29T18:21:10.325" v="12260" actId="1038"/>
          <ac:cxnSpMkLst>
            <pc:docMk/>
            <pc:sldMk cId="1656167041" sldId="301"/>
            <ac:cxnSpMk id="107" creationId="{3E7A2ED2-68B4-90A4-E65A-6FF2CD120BA0}"/>
          </ac:cxnSpMkLst>
        </pc:cxnChg>
      </pc:sldChg>
      <pc:sldChg chg="addSp delSp modSp add mod">
        <pc:chgData name="Shruthi Prasad" userId="4c6def9a748305c2" providerId="LiveId" clId="{59184A1A-A57E-46D5-80B4-0D0761AC2003}" dt="2026-08-29T20:38:14.463" v="14210" actId="207"/>
        <pc:sldMkLst>
          <pc:docMk/>
          <pc:sldMk cId="3248420069" sldId="302"/>
        </pc:sldMkLst>
        <pc:spChg chg="mod">
          <ac:chgData name="Shruthi Prasad" userId="4c6def9a748305c2" providerId="LiveId" clId="{59184A1A-A57E-46D5-80B4-0D0761AC2003}" dt="2026-08-29T18:36:20.726" v="12648" actId="20577"/>
          <ac:spMkLst>
            <pc:docMk/>
            <pc:sldMk cId="3248420069" sldId="302"/>
            <ac:spMk id="2" creationId="{EB5F56E7-6FD6-0C95-217A-0A7980C09239}"/>
          </ac:spMkLst>
        </pc:spChg>
        <pc:spChg chg="add mod">
          <ac:chgData name="Shruthi Prasad" userId="4c6def9a748305c2" providerId="LiveId" clId="{59184A1A-A57E-46D5-80B4-0D0761AC2003}" dt="2026-08-29T20:31:04.480" v="13763" actId="1036"/>
          <ac:spMkLst>
            <pc:docMk/>
            <pc:sldMk cId="3248420069" sldId="302"/>
            <ac:spMk id="7" creationId="{2B100B4E-F305-ADEC-8CF6-8E8F47D189BE}"/>
          </ac:spMkLst>
        </pc:spChg>
        <pc:spChg chg="add mod">
          <ac:chgData name="Shruthi Prasad" userId="4c6def9a748305c2" providerId="LiveId" clId="{59184A1A-A57E-46D5-80B4-0D0761AC2003}" dt="2026-08-29T20:37:32.747" v="14181" actId="14100"/>
          <ac:spMkLst>
            <pc:docMk/>
            <pc:sldMk cId="3248420069" sldId="302"/>
            <ac:spMk id="10" creationId="{2AE1E70C-9FD2-21CC-4FE4-BBD51480C68B}"/>
          </ac:spMkLst>
        </pc:spChg>
        <pc:spChg chg="add mod">
          <ac:chgData name="Shruthi Prasad" userId="4c6def9a748305c2" providerId="LiveId" clId="{59184A1A-A57E-46D5-80B4-0D0761AC2003}" dt="2026-08-29T20:37:06.823" v="14174" actId="14100"/>
          <ac:spMkLst>
            <pc:docMk/>
            <pc:sldMk cId="3248420069" sldId="302"/>
            <ac:spMk id="20" creationId="{1E1F972A-EF52-DAD9-372B-E11DD8D477D6}"/>
          </ac:spMkLst>
        </pc:spChg>
        <pc:spChg chg="add mod">
          <ac:chgData name="Shruthi Prasad" userId="4c6def9a748305c2" providerId="LiveId" clId="{59184A1A-A57E-46D5-80B4-0D0761AC2003}" dt="2026-08-29T20:31:43.195" v="13837" actId="1036"/>
          <ac:spMkLst>
            <pc:docMk/>
            <pc:sldMk cId="3248420069" sldId="302"/>
            <ac:spMk id="22" creationId="{53926F27-00EA-5DF5-7891-D8243732A277}"/>
          </ac:spMkLst>
        </pc:spChg>
        <pc:spChg chg="add mod">
          <ac:chgData name="Shruthi Prasad" userId="4c6def9a748305c2" providerId="LiveId" clId="{59184A1A-A57E-46D5-80B4-0D0761AC2003}" dt="2026-08-29T20:37:55.879" v="14208" actId="1037"/>
          <ac:spMkLst>
            <pc:docMk/>
            <pc:sldMk cId="3248420069" sldId="302"/>
            <ac:spMk id="24" creationId="{02853ADA-98C5-6589-40EC-2C0FBAF724EE}"/>
          </ac:spMkLst>
        </pc:spChg>
        <pc:spChg chg="add mod">
          <ac:chgData name="Shruthi Prasad" userId="4c6def9a748305c2" providerId="LiveId" clId="{59184A1A-A57E-46D5-80B4-0D0761AC2003}" dt="2026-08-29T20:31:43.195" v="13837" actId="1036"/>
          <ac:spMkLst>
            <pc:docMk/>
            <pc:sldMk cId="3248420069" sldId="302"/>
            <ac:spMk id="28" creationId="{D787F67F-C9E4-5222-0FF8-A1B1FF1843F8}"/>
          </ac:spMkLst>
        </pc:spChg>
        <pc:spChg chg="add mod">
          <ac:chgData name="Shruthi Prasad" userId="4c6def9a748305c2" providerId="LiveId" clId="{59184A1A-A57E-46D5-80B4-0D0761AC2003}" dt="2026-08-29T20:38:14.463" v="14210" actId="207"/>
          <ac:spMkLst>
            <pc:docMk/>
            <pc:sldMk cId="3248420069" sldId="302"/>
            <ac:spMk id="36" creationId="{A6D03AF3-309A-D842-E1B9-D765F0B8E4F9}"/>
          </ac:spMkLst>
        </pc:spChg>
        <pc:spChg chg="add mod">
          <ac:chgData name="Shruthi Prasad" userId="4c6def9a748305c2" providerId="LiveId" clId="{59184A1A-A57E-46D5-80B4-0D0761AC2003}" dt="2026-08-29T20:36:13.652" v="14164" actId="1076"/>
          <ac:spMkLst>
            <pc:docMk/>
            <pc:sldMk cId="3248420069" sldId="302"/>
            <ac:spMk id="39" creationId="{E65D117D-6A2B-6FA2-467F-1D900778527C}"/>
          </ac:spMkLst>
        </pc:spChg>
        <pc:picChg chg="add mod">
          <ac:chgData name="Shruthi Prasad" userId="4c6def9a748305c2" providerId="LiveId" clId="{59184A1A-A57E-46D5-80B4-0D0761AC2003}" dt="2026-08-29T20:37:42.064" v="14190" actId="1036"/>
          <ac:picMkLst>
            <pc:docMk/>
            <pc:sldMk cId="3248420069" sldId="302"/>
            <ac:picMk id="16" creationId="{086892A2-1CAB-CE81-8045-308F6AD9DF4C}"/>
          </ac:picMkLst>
        </pc:picChg>
        <pc:picChg chg="add mod">
          <ac:chgData name="Shruthi Prasad" userId="4c6def9a748305c2" providerId="LiveId" clId="{59184A1A-A57E-46D5-80B4-0D0761AC2003}" dt="2026-08-29T20:37:37.314" v="14185" actId="1036"/>
          <ac:picMkLst>
            <pc:docMk/>
            <pc:sldMk cId="3248420069" sldId="302"/>
            <ac:picMk id="18" creationId="{98DAC403-C5AD-4299-2D08-2E0D65D7F6FE}"/>
          </ac:picMkLst>
        </pc:picChg>
        <pc:picChg chg="add mod">
          <ac:chgData name="Shruthi Prasad" userId="4c6def9a748305c2" providerId="LiveId" clId="{59184A1A-A57E-46D5-80B4-0D0761AC2003}" dt="2026-08-29T20:35:34.110" v="13987" actId="1037"/>
          <ac:picMkLst>
            <pc:docMk/>
            <pc:sldMk cId="3248420069" sldId="302"/>
            <ac:picMk id="26" creationId="{E4683E95-1016-81FE-BD56-40032C8D7838}"/>
          </ac:picMkLst>
        </pc:picChg>
        <pc:picChg chg="add mod">
          <ac:chgData name="Shruthi Prasad" userId="4c6def9a748305c2" providerId="LiveId" clId="{59184A1A-A57E-46D5-80B4-0D0761AC2003}" dt="2026-08-29T20:31:43.195" v="13837" actId="1036"/>
          <ac:picMkLst>
            <pc:docMk/>
            <pc:sldMk cId="3248420069" sldId="302"/>
            <ac:picMk id="30" creationId="{A89085C4-F6BD-FDB4-0B48-5F9704573C2C}"/>
          </ac:picMkLst>
        </pc:picChg>
        <pc:picChg chg="add mod">
          <ac:chgData name="Shruthi Prasad" userId="4c6def9a748305c2" providerId="LiveId" clId="{59184A1A-A57E-46D5-80B4-0D0761AC2003}" dt="2026-08-29T20:36:55.993" v="14173" actId="1038"/>
          <ac:picMkLst>
            <pc:docMk/>
            <pc:sldMk cId="3248420069" sldId="302"/>
            <ac:picMk id="42" creationId="{18FF7C31-9354-1D47-4828-9785CF85AB43}"/>
          </ac:picMkLst>
        </pc:picChg>
        <pc:cxnChg chg="add mod">
          <ac:chgData name="Shruthi Prasad" userId="4c6def9a748305c2" providerId="LiveId" clId="{59184A1A-A57E-46D5-80B4-0D0761AC2003}" dt="2026-08-29T20:35:30.293" v="13966" actId="1037"/>
          <ac:cxnSpMkLst>
            <pc:docMk/>
            <pc:sldMk cId="3248420069" sldId="302"/>
            <ac:cxnSpMk id="31" creationId="{C3043680-BE81-544F-B72D-840FCB883724}"/>
          </ac:cxnSpMkLst>
        </pc:cxnChg>
        <pc:cxnChg chg="add mod">
          <ac:chgData name="Shruthi Prasad" userId="4c6def9a748305c2" providerId="LiveId" clId="{59184A1A-A57E-46D5-80B4-0D0761AC2003}" dt="2026-08-29T20:37:51.067" v="14196" actId="1037"/>
          <ac:cxnSpMkLst>
            <pc:docMk/>
            <pc:sldMk cId="3248420069" sldId="302"/>
            <ac:cxnSpMk id="33" creationId="{7740C5FD-886A-BC93-BBF3-8F6088D0596B}"/>
          </ac:cxnSpMkLst>
        </pc:cxnChg>
      </pc:sldChg>
      <pc:sldChg chg="addSp delSp modSp add mod">
        <pc:chgData name="Shruthi Prasad" userId="4c6def9a748305c2" providerId="LiveId" clId="{59184A1A-A57E-46D5-80B4-0D0761AC2003}" dt="2026-08-30T02:41:29.008" v="14695" actId="113"/>
        <pc:sldMkLst>
          <pc:docMk/>
          <pc:sldMk cId="1944031030" sldId="303"/>
        </pc:sldMkLst>
        <pc:spChg chg="mod">
          <ac:chgData name="Shruthi Prasad" userId="4c6def9a748305c2" providerId="LiveId" clId="{59184A1A-A57E-46D5-80B4-0D0761AC2003}" dt="2026-08-29T18:38:21.926" v="12697" actId="20577"/>
          <ac:spMkLst>
            <pc:docMk/>
            <pc:sldMk cId="1944031030" sldId="303"/>
            <ac:spMk id="2" creationId="{1D4BBDFB-D8AC-E928-E6B4-C294C9A78AFA}"/>
          </ac:spMkLst>
        </pc:spChg>
        <pc:spChg chg="mod">
          <ac:chgData name="Shruthi Prasad" userId="4c6def9a748305c2" providerId="LiveId" clId="{59184A1A-A57E-46D5-80B4-0D0761AC2003}" dt="2026-08-30T02:30:41.299" v="14241"/>
          <ac:spMkLst>
            <pc:docMk/>
            <pc:sldMk cId="1944031030" sldId="303"/>
            <ac:spMk id="4" creationId="{F39F9BDD-BECC-7F77-DD71-A7DA31C7C613}"/>
          </ac:spMkLst>
        </pc:spChg>
        <pc:spChg chg="add mod">
          <ac:chgData name="Shruthi Prasad" userId="4c6def9a748305c2" providerId="LiveId" clId="{59184A1A-A57E-46D5-80B4-0D0761AC2003}" dt="2026-08-30T02:33:41.210" v="14331" actId="1076"/>
          <ac:spMkLst>
            <pc:docMk/>
            <pc:sldMk cId="1944031030" sldId="303"/>
            <ac:spMk id="7" creationId="{E858E60B-6867-E557-9510-3AF9637807FA}"/>
          </ac:spMkLst>
        </pc:spChg>
        <pc:spChg chg="add mod">
          <ac:chgData name="Shruthi Prasad" userId="4c6def9a748305c2" providerId="LiveId" clId="{59184A1A-A57E-46D5-80B4-0D0761AC2003}" dt="2026-08-30T02:41:29.008" v="14695" actId="113"/>
          <ac:spMkLst>
            <pc:docMk/>
            <pc:sldMk cId="1944031030" sldId="303"/>
            <ac:spMk id="10" creationId="{95C6CC33-B44B-4B1A-6856-777300825B56}"/>
          </ac:spMkLst>
        </pc:spChg>
        <pc:spChg chg="mod">
          <ac:chgData name="Shruthi Prasad" userId="4c6def9a748305c2" providerId="LiveId" clId="{59184A1A-A57E-46D5-80B4-0D0761AC2003}" dt="2026-08-30T02:30:50.634" v="14242" actId="14100"/>
          <ac:spMkLst>
            <pc:docMk/>
            <pc:sldMk cId="1944031030" sldId="303"/>
            <ac:spMk id="109" creationId="{0D63CF56-9481-53E8-BDD7-F88612718FF4}"/>
          </ac:spMkLst>
        </pc:spChg>
        <pc:picChg chg="add mod">
          <ac:chgData name="Shruthi Prasad" userId="4c6def9a748305c2" providerId="LiveId" clId="{59184A1A-A57E-46D5-80B4-0D0761AC2003}" dt="2026-08-30T02:40:57.594" v="14693" actId="1076"/>
          <ac:picMkLst>
            <pc:docMk/>
            <pc:sldMk cId="1944031030" sldId="303"/>
            <ac:picMk id="12" creationId="{993FFFE5-4B40-AD93-D06A-40F6EB96205F}"/>
          </ac:picMkLst>
        </pc:picChg>
      </pc:sldChg>
      <pc:sldChg chg="addSp delSp modSp add mod">
        <pc:chgData name="Shruthi Prasad" userId="4c6def9a748305c2" providerId="LiveId" clId="{59184A1A-A57E-46D5-80B4-0D0761AC2003}" dt="2026-08-30T03:21:24.894" v="15758" actId="113"/>
        <pc:sldMkLst>
          <pc:docMk/>
          <pc:sldMk cId="305026760" sldId="305"/>
        </pc:sldMkLst>
        <pc:spChg chg="mod">
          <ac:chgData name="Shruthi Prasad" userId="4c6def9a748305c2" providerId="LiveId" clId="{59184A1A-A57E-46D5-80B4-0D0761AC2003}" dt="2026-08-30T03:00:01.856" v="14960" actId="1038"/>
          <ac:spMkLst>
            <pc:docMk/>
            <pc:sldMk cId="305026760" sldId="305"/>
            <ac:spMk id="2" creationId="{8A33CC4F-CDDF-6A60-5508-0D1C1BD8E03E}"/>
          </ac:spMkLst>
        </pc:spChg>
        <pc:spChg chg="add mod">
          <ac:chgData name="Shruthi Prasad" userId="4c6def9a748305c2" providerId="LiveId" clId="{59184A1A-A57E-46D5-80B4-0D0761AC2003}" dt="2026-08-30T03:21:24.894" v="15758" actId="113"/>
          <ac:spMkLst>
            <pc:docMk/>
            <pc:sldMk cId="305026760" sldId="305"/>
            <ac:spMk id="5" creationId="{147593A4-51C1-43CF-2952-39D281E39B5E}"/>
          </ac:spMkLst>
        </pc:spChg>
        <pc:spChg chg="add mod">
          <ac:chgData name="Shruthi Prasad" userId="4c6def9a748305c2" providerId="LiveId" clId="{59184A1A-A57E-46D5-80B4-0D0761AC2003}" dt="2026-08-30T03:21:03.409" v="15756" actId="1035"/>
          <ac:spMkLst>
            <pc:docMk/>
            <pc:sldMk cId="305026760" sldId="305"/>
            <ac:spMk id="6" creationId="{0E9B112D-3DF9-9A3D-0022-83CF756462DC}"/>
          </ac:spMkLst>
        </pc:spChg>
        <pc:spChg chg="mod">
          <ac:chgData name="Shruthi Prasad" userId="4c6def9a748305c2" providerId="LiveId" clId="{59184A1A-A57E-46D5-80B4-0D0761AC2003}" dt="2026-08-30T03:20:57.085" v="15739" actId="1076"/>
          <ac:spMkLst>
            <pc:docMk/>
            <pc:sldMk cId="305026760" sldId="305"/>
            <ac:spMk id="7" creationId="{7483FA26-4450-EC49-962E-9C96F66BC27D}"/>
          </ac:spMkLst>
        </pc:spChg>
        <pc:spChg chg="add mod">
          <ac:chgData name="Shruthi Prasad" userId="4c6def9a748305c2" providerId="LiveId" clId="{59184A1A-A57E-46D5-80B4-0D0761AC2003}" dt="2026-08-30T03:20:23.591" v="15712" actId="14100"/>
          <ac:spMkLst>
            <pc:docMk/>
            <pc:sldMk cId="305026760" sldId="305"/>
            <ac:spMk id="9" creationId="{7205769F-B3B4-5A70-AE08-530C58A0C65B}"/>
          </ac:spMkLst>
        </pc:spChg>
      </pc:sldChg>
      <pc:sldChg chg="addSp delSp modSp add mod ord">
        <pc:chgData name="Shruthi Prasad" userId="4c6def9a748305c2" providerId="LiveId" clId="{59184A1A-A57E-46D5-80B4-0D0761AC2003}" dt="2026-09-03T17:57:13.090" v="18011" actId="20577"/>
        <pc:sldMkLst>
          <pc:docMk/>
          <pc:sldMk cId="2335254067" sldId="306"/>
        </pc:sldMkLst>
        <pc:spChg chg="mod">
          <ac:chgData name="Shruthi Prasad" userId="4c6def9a748305c2" providerId="LiveId" clId="{59184A1A-A57E-46D5-80B4-0D0761AC2003}" dt="2026-08-30T03:36:41.480" v="15787" actId="20577"/>
          <ac:spMkLst>
            <pc:docMk/>
            <pc:sldMk cId="2335254067" sldId="306"/>
            <ac:spMk id="2" creationId="{1FBDFCC4-3C50-9857-1CA9-B5DBB58F9AC3}"/>
          </ac:spMkLst>
        </pc:spChg>
        <pc:spChg chg="add mod">
          <ac:chgData name="Shruthi Prasad" userId="4c6def9a748305c2" providerId="LiveId" clId="{59184A1A-A57E-46D5-80B4-0D0761AC2003}" dt="2026-09-03T16:41:05.454" v="17870" actId="2711"/>
          <ac:spMkLst>
            <pc:docMk/>
            <pc:sldMk cId="2335254067" sldId="306"/>
            <ac:spMk id="4" creationId="{E1EB5D1B-D6C8-ACE5-6536-C1DB692913B5}"/>
          </ac:spMkLst>
        </pc:spChg>
        <pc:spChg chg="add mod">
          <ac:chgData name="Shruthi Prasad" userId="4c6def9a748305c2" providerId="LiveId" clId="{59184A1A-A57E-46D5-80B4-0D0761AC2003}" dt="2026-08-30T03:41:35.066" v="15945" actId="1035"/>
          <ac:spMkLst>
            <pc:docMk/>
            <pc:sldMk cId="2335254067" sldId="306"/>
            <ac:spMk id="10" creationId="{95F1B1F6-010A-F7CD-5953-8D5235E88490}"/>
          </ac:spMkLst>
        </pc:spChg>
        <pc:spChg chg="add mod">
          <ac:chgData name="Shruthi Prasad" userId="4c6def9a748305c2" providerId="LiveId" clId="{59184A1A-A57E-46D5-80B4-0D0761AC2003}" dt="2026-08-30T03:48:09.831" v="16393" actId="1076"/>
          <ac:spMkLst>
            <pc:docMk/>
            <pc:sldMk cId="2335254067" sldId="306"/>
            <ac:spMk id="15" creationId="{3680F531-45A7-C28C-6C1F-27ACE622EF4E}"/>
          </ac:spMkLst>
        </pc:spChg>
        <pc:spChg chg="add mod">
          <ac:chgData name="Shruthi Prasad" userId="4c6def9a748305c2" providerId="LiveId" clId="{59184A1A-A57E-46D5-80B4-0D0761AC2003}" dt="2026-08-30T03:45:57.877" v="16179" actId="1076"/>
          <ac:spMkLst>
            <pc:docMk/>
            <pc:sldMk cId="2335254067" sldId="306"/>
            <ac:spMk id="17" creationId="{0915CAF9-6809-396B-AA58-7877D40304A4}"/>
          </ac:spMkLst>
        </pc:spChg>
        <pc:spChg chg="add mod">
          <ac:chgData name="Shruthi Prasad" userId="4c6def9a748305c2" providerId="LiveId" clId="{59184A1A-A57E-46D5-80B4-0D0761AC2003}" dt="2026-08-30T03:46:54.591" v="16274" actId="20577"/>
          <ac:spMkLst>
            <pc:docMk/>
            <pc:sldMk cId="2335254067" sldId="306"/>
            <ac:spMk id="19" creationId="{ABC4C9B5-B839-F0B5-8D5A-0B0B02D77D9E}"/>
          </ac:spMkLst>
        </pc:spChg>
        <pc:spChg chg="add mod">
          <ac:chgData name="Shruthi Prasad" userId="4c6def9a748305c2" providerId="LiveId" clId="{59184A1A-A57E-46D5-80B4-0D0761AC2003}" dt="2026-08-30T03:47:46.163" v="16369" actId="20577"/>
          <ac:spMkLst>
            <pc:docMk/>
            <pc:sldMk cId="2335254067" sldId="306"/>
            <ac:spMk id="21" creationId="{988038AE-B425-D482-30BF-4CE2F968CA8C}"/>
          </ac:spMkLst>
        </pc:spChg>
        <pc:spChg chg="add mod">
          <ac:chgData name="Shruthi Prasad" userId="4c6def9a748305c2" providerId="LiveId" clId="{59184A1A-A57E-46D5-80B4-0D0761AC2003}" dt="2026-08-30T03:52:17.326" v="16456" actId="14100"/>
          <ac:spMkLst>
            <pc:docMk/>
            <pc:sldMk cId="2335254067" sldId="306"/>
            <ac:spMk id="35" creationId="{20835D5F-504C-9151-BEB8-167168D1A5E4}"/>
          </ac:spMkLst>
        </pc:spChg>
        <pc:spChg chg="add mod">
          <ac:chgData name="Shruthi Prasad" userId="4c6def9a748305c2" providerId="LiveId" clId="{59184A1A-A57E-46D5-80B4-0D0761AC2003}" dt="2026-08-30T03:53:12.858" v="16543" actId="1076"/>
          <ac:spMkLst>
            <pc:docMk/>
            <pc:sldMk cId="2335254067" sldId="306"/>
            <ac:spMk id="37" creationId="{90F8E36C-86A5-4833-F14E-1E78E8DBA30E}"/>
          </ac:spMkLst>
        </pc:spChg>
        <pc:spChg chg="add mod">
          <ac:chgData name="Shruthi Prasad" userId="4c6def9a748305c2" providerId="LiveId" clId="{59184A1A-A57E-46D5-80B4-0D0761AC2003}" dt="2026-08-30T03:53:49.963" v="16594" actId="20577"/>
          <ac:spMkLst>
            <pc:docMk/>
            <pc:sldMk cId="2335254067" sldId="306"/>
            <ac:spMk id="39" creationId="{EED75C6A-0554-B209-DDF7-2BF5F3571C6B}"/>
          </ac:spMkLst>
        </pc:spChg>
        <pc:spChg chg="add mod">
          <ac:chgData name="Shruthi Prasad" userId="4c6def9a748305c2" providerId="LiveId" clId="{59184A1A-A57E-46D5-80B4-0D0761AC2003}" dt="2026-08-30T03:54:32.248" v="16645" actId="20577"/>
          <ac:spMkLst>
            <pc:docMk/>
            <pc:sldMk cId="2335254067" sldId="306"/>
            <ac:spMk id="41" creationId="{E3569902-D4DE-157C-4BB1-1CC885A5C40D}"/>
          </ac:spMkLst>
        </pc:spChg>
        <pc:spChg chg="add mod">
          <ac:chgData name="Shruthi Prasad" userId="4c6def9a748305c2" providerId="LiveId" clId="{59184A1A-A57E-46D5-80B4-0D0761AC2003}" dt="2026-08-30T04:03:14.233" v="17267" actId="1035"/>
          <ac:spMkLst>
            <pc:docMk/>
            <pc:sldMk cId="2335254067" sldId="306"/>
            <ac:spMk id="43" creationId="{E466F442-61FD-EAF7-0A39-DDCF6C93F859}"/>
          </ac:spMkLst>
        </pc:spChg>
        <pc:spChg chg="add mod">
          <ac:chgData name="Shruthi Prasad" userId="4c6def9a748305c2" providerId="LiveId" clId="{59184A1A-A57E-46D5-80B4-0D0761AC2003}" dt="2026-08-30T03:56:44.247" v="16812" actId="1076"/>
          <ac:spMkLst>
            <pc:docMk/>
            <pc:sldMk cId="2335254067" sldId="306"/>
            <ac:spMk id="45" creationId="{04D8011B-06BC-F16A-7DEE-2E39C561BE4E}"/>
          </ac:spMkLst>
        </pc:spChg>
        <pc:spChg chg="add mod">
          <ac:chgData name="Shruthi Prasad" userId="4c6def9a748305c2" providerId="LiveId" clId="{59184A1A-A57E-46D5-80B4-0D0761AC2003}" dt="2026-08-30T03:57:32.385" v="16816" actId="1076"/>
          <ac:spMkLst>
            <pc:docMk/>
            <pc:sldMk cId="2335254067" sldId="306"/>
            <ac:spMk id="47" creationId="{3EABF92D-5630-2702-3E2C-EA2333F98B44}"/>
          </ac:spMkLst>
        </pc:spChg>
        <pc:spChg chg="add mod">
          <ac:chgData name="Shruthi Prasad" userId="4c6def9a748305c2" providerId="LiveId" clId="{59184A1A-A57E-46D5-80B4-0D0761AC2003}" dt="2026-08-30T03:57:42.024" v="16818" actId="1076"/>
          <ac:spMkLst>
            <pc:docMk/>
            <pc:sldMk cId="2335254067" sldId="306"/>
            <ac:spMk id="49" creationId="{5D5C899E-52F4-08D8-D2DF-782834222014}"/>
          </ac:spMkLst>
        </pc:spChg>
        <pc:spChg chg="add mod">
          <ac:chgData name="Shruthi Prasad" userId="4c6def9a748305c2" providerId="LiveId" clId="{59184A1A-A57E-46D5-80B4-0D0761AC2003}" dt="2026-08-30T03:57:50.309" v="16820" actId="1076"/>
          <ac:spMkLst>
            <pc:docMk/>
            <pc:sldMk cId="2335254067" sldId="306"/>
            <ac:spMk id="51" creationId="{9A7629C6-9836-A51C-D13C-75A9611D2179}"/>
          </ac:spMkLst>
        </pc:spChg>
        <pc:spChg chg="add mod">
          <ac:chgData name="Shruthi Prasad" userId="4c6def9a748305c2" providerId="LiveId" clId="{59184A1A-A57E-46D5-80B4-0D0761AC2003}" dt="2026-08-30T03:57:57.240" v="16822" actId="1076"/>
          <ac:spMkLst>
            <pc:docMk/>
            <pc:sldMk cId="2335254067" sldId="306"/>
            <ac:spMk id="53" creationId="{12532871-5B0B-F346-064F-B2F10295F7C4}"/>
          </ac:spMkLst>
        </pc:spChg>
        <pc:spChg chg="add mod">
          <ac:chgData name="Shruthi Prasad" userId="4c6def9a748305c2" providerId="LiveId" clId="{59184A1A-A57E-46D5-80B4-0D0761AC2003}" dt="2026-08-30T03:58:06.527" v="16824" actId="1076"/>
          <ac:spMkLst>
            <pc:docMk/>
            <pc:sldMk cId="2335254067" sldId="306"/>
            <ac:spMk id="55" creationId="{AF245FE6-A49F-025E-41B1-BEFE03FA0889}"/>
          </ac:spMkLst>
        </pc:spChg>
        <pc:spChg chg="add mod">
          <ac:chgData name="Shruthi Prasad" userId="4c6def9a748305c2" providerId="LiveId" clId="{59184A1A-A57E-46D5-80B4-0D0761AC2003}" dt="2026-08-30T03:59:23.322" v="16835" actId="1035"/>
          <ac:spMkLst>
            <pc:docMk/>
            <pc:sldMk cId="2335254067" sldId="306"/>
            <ac:spMk id="56" creationId="{30629B7F-AD00-0757-8EDA-51C5513E06D7}"/>
          </ac:spMkLst>
        </pc:spChg>
        <pc:spChg chg="add mod">
          <ac:chgData name="Shruthi Prasad" userId="4c6def9a748305c2" providerId="LiveId" clId="{59184A1A-A57E-46D5-80B4-0D0761AC2003}" dt="2026-08-30T03:59:49.269" v="16896" actId="20577"/>
          <ac:spMkLst>
            <pc:docMk/>
            <pc:sldMk cId="2335254067" sldId="306"/>
            <ac:spMk id="58" creationId="{A425F0AF-447A-EF63-B8CC-CA25C993CAD1}"/>
          </ac:spMkLst>
        </pc:spChg>
        <pc:spChg chg="add mod">
          <ac:chgData name="Shruthi Prasad" userId="4c6def9a748305c2" providerId="LiveId" clId="{59184A1A-A57E-46D5-80B4-0D0761AC2003}" dt="2026-08-30T04:00:05.796" v="16945" actId="20577"/>
          <ac:spMkLst>
            <pc:docMk/>
            <pc:sldMk cId="2335254067" sldId="306"/>
            <ac:spMk id="60" creationId="{5E75B0D2-F3A9-7E1D-B504-44D5FEBDE769}"/>
          </ac:spMkLst>
        </pc:spChg>
        <pc:spChg chg="add mod">
          <ac:chgData name="Shruthi Prasad" userId="4c6def9a748305c2" providerId="LiveId" clId="{59184A1A-A57E-46D5-80B4-0D0761AC2003}" dt="2026-08-30T04:00:25.128" v="17043" actId="20577"/>
          <ac:spMkLst>
            <pc:docMk/>
            <pc:sldMk cId="2335254067" sldId="306"/>
            <ac:spMk id="62" creationId="{DCD198E0-9C38-95E9-C95B-0C7EF7E11340}"/>
          </ac:spMkLst>
        </pc:spChg>
        <pc:spChg chg="add mod">
          <ac:chgData name="Shruthi Prasad" userId="4c6def9a748305c2" providerId="LiveId" clId="{59184A1A-A57E-46D5-80B4-0D0761AC2003}" dt="2026-08-30T04:00:42.817" v="17118" actId="20577"/>
          <ac:spMkLst>
            <pc:docMk/>
            <pc:sldMk cId="2335254067" sldId="306"/>
            <ac:spMk id="64" creationId="{607D6919-6DB8-DE79-CBD8-FAF512052238}"/>
          </ac:spMkLst>
        </pc:spChg>
        <pc:spChg chg="add mod">
          <ac:chgData name="Shruthi Prasad" userId="4c6def9a748305c2" providerId="LiveId" clId="{59184A1A-A57E-46D5-80B4-0D0761AC2003}" dt="2026-09-03T17:57:13.090" v="18011" actId="20577"/>
          <ac:spMkLst>
            <pc:docMk/>
            <pc:sldMk cId="2335254067" sldId="306"/>
            <ac:spMk id="72" creationId="{8CB72E2C-3F85-1161-5504-FB3CDFF91F95}"/>
          </ac:spMkLst>
        </pc:spChg>
        <pc:spChg chg="add mod">
          <ac:chgData name="Shruthi Prasad" userId="4c6def9a748305c2" providerId="LiveId" clId="{59184A1A-A57E-46D5-80B4-0D0761AC2003}" dt="2026-08-30T04:14:12.235" v="17637" actId="14100"/>
          <ac:spMkLst>
            <pc:docMk/>
            <pc:sldMk cId="2335254067" sldId="306"/>
            <ac:spMk id="75" creationId="{1542688D-184A-972F-86E2-ACE3C23517CB}"/>
          </ac:spMkLst>
        </pc:spChg>
        <pc:picChg chg="add mod">
          <ac:chgData name="Shruthi Prasad" userId="4c6def9a748305c2" providerId="LiveId" clId="{59184A1A-A57E-46D5-80B4-0D0761AC2003}" dt="2026-08-30T03:49:06.378" v="16399" actId="1076"/>
          <ac:picMkLst>
            <pc:docMk/>
            <pc:sldMk cId="2335254067" sldId="306"/>
            <ac:picMk id="25" creationId="{54A92063-34A1-0F39-9948-1AF5F238D81E}"/>
          </ac:picMkLst>
        </pc:picChg>
        <pc:picChg chg="add mod">
          <ac:chgData name="Shruthi Prasad" userId="4c6def9a748305c2" providerId="LiveId" clId="{59184A1A-A57E-46D5-80B4-0D0761AC2003}" dt="2026-08-30T03:51:00.216" v="16413" actId="1076"/>
          <ac:picMkLst>
            <pc:docMk/>
            <pc:sldMk cId="2335254067" sldId="306"/>
            <ac:picMk id="27" creationId="{7C6EEC1F-819E-7128-76F2-F83474CDE4A9}"/>
          </ac:picMkLst>
        </pc:picChg>
        <pc:picChg chg="add mod">
          <ac:chgData name="Shruthi Prasad" userId="4c6def9a748305c2" providerId="LiveId" clId="{59184A1A-A57E-46D5-80B4-0D0761AC2003}" dt="2026-08-30T03:50:50.213" v="16410" actId="1076"/>
          <ac:picMkLst>
            <pc:docMk/>
            <pc:sldMk cId="2335254067" sldId="306"/>
            <ac:picMk id="29" creationId="{E866713B-C61D-16C0-D8B2-75DD6DEB5FF9}"/>
          </ac:picMkLst>
        </pc:picChg>
        <pc:picChg chg="add mod">
          <ac:chgData name="Shruthi Prasad" userId="4c6def9a748305c2" providerId="LiveId" clId="{59184A1A-A57E-46D5-80B4-0D0761AC2003}" dt="2026-08-30T03:50:21.238" v="16408" actId="14100"/>
          <ac:picMkLst>
            <pc:docMk/>
            <pc:sldMk cId="2335254067" sldId="306"/>
            <ac:picMk id="31" creationId="{D46DA25A-4993-080D-DFD7-F854DD829EC5}"/>
          </ac:picMkLst>
        </pc:picChg>
        <pc:picChg chg="add mod">
          <ac:chgData name="Shruthi Prasad" userId="4c6def9a748305c2" providerId="LiveId" clId="{59184A1A-A57E-46D5-80B4-0D0761AC2003}" dt="2026-08-30T04:11:02.883" v="17285" actId="14100"/>
          <ac:picMkLst>
            <pc:docMk/>
            <pc:sldMk cId="2335254067" sldId="306"/>
            <ac:picMk id="70" creationId="{4B3366FE-FFB6-4268-785F-5947795B3407}"/>
          </ac:picMkLst>
        </pc:picChg>
        <pc:picChg chg="add mod">
          <ac:chgData name="Shruthi Prasad" userId="4c6def9a748305c2" providerId="LiveId" clId="{59184A1A-A57E-46D5-80B4-0D0761AC2003}" dt="2026-08-30T04:17:31.316" v="17793" actId="1038"/>
          <ac:picMkLst>
            <pc:docMk/>
            <pc:sldMk cId="2335254067" sldId="306"/>
            <ac:picMk id="77" creationId="{7D44C951-B4D9-B102-BB58-F27F6F97D887}"/>
          </ac:picMkLst>
        </pc:picChg>
        <pc:cxnChg chg="add mod">
          <ac:chgData name="Shruthi Prasad" userId="4c6def9a748305c2" providerId="LiveId" clId="{59184A1A-A57E-46D5-80B4-0D0761AC2003}" dt="2026-08-30T03:47:55.343" v="16391" actId="1038"/>
          <ac:cxnSpMkLst>
            <pc:docMk/>
            <pc:sldMk cId="2335254067" sldId="306"/>
            <ac:cxnSpMk id="11" creationId="{4EFBA3DE-D010-CD55-6152-B24A67E9652E}"/>
          </ac:cxnSpMkLst>
        </pc:cxnChg>
        <pc:cxnChg chg="add mod">
          <ac:chgData name="Shruthi Prasad" userId="4c6def9a748305c2" providerId="LiveId" clId="{59184A1A-A57E-46D5-80B4-0D0761AC2003}" dt="2026-08-30T03:51:03.755" v="16425" actId="1037"/>
          <ac:cxnSpMkLst>
            <pc:docMk/>
            <pc:sldMk cId="2335254067" sldId="306"/>
            <ac:cxnSpMk id="12" creationId="{139CEDC6-8439-3CE5-4462-8A0504298953}"/>
          </ac:cxnSpMkLst>
        </pc:cxnChg>
        <pc:cxnChg chg="add mod">
          <ac:chgData name="Shruthi Prasad" userId="4c6def9a748305c2" providerId="LiveId" clId="{59184A1A-A57E-46D5-80B4-0D0761AC2003}" dt="2026-08-30T03:42:25.119" v="15951" actId="1076"/>
          <ac:cxnSpMkLst>
            <pc:docMk/>
            <pc:sldMk cId="2335254067" sldId="306"/>
            <ac:cxnSpMk id="13" creationId="{065E24E6-E2B2-87C2-3612-B0625957006B}"/>
          </ac:cxnSpMkLst>
        </pc:cxnChg>
        <pc:cxnChg chg="add mod">
          <ac:chgData name="Shruthi Prasad" userId="4c6def9a748305c2" providerId="LiveId" clId="{59184A1A-A57E-46D5-80B4-0D0761AC2003}" dt="2026-08-30T04:01:17.622" v="17165" actId="1035"/>
          <ac:cxnSpMkLst>
            <pc:docMk/>
            <pc:sldMk cId="2335254067" sldId="306"/>
            <ac:cxnSpMk id="65" creationId="{E1EB6483-2845-AA12-986F-48F3D47114B7}"/>
          </ac:cxnSpMkLst>
        </pc:cxnChg>
        <pc:cxnChg chg="add mod">
          <ac:chgData name="Shruthi Prasad" userId="4c6def9a748305c2" providerId="LiveId" clId="{59184A1A-A57E-46D5-80B4-0D0761AC2003}" dt="2026-08-30T04:01:32.579" v="17167" actId="1076"/>
          <ac:cxnSpMkLst>
            <pc:docMk/>
            <pc:sldMk cId="2335254067" sldId="306"/>
            <ac:cxnSpMk id="66" creationId="{34B61DD4-8C21-9CEA-F875-D45605F0ECE8}"/>
          </ac:cxnSpMkLst>
        </pc:cxnChg>
        <pc:cxnChg chg="add mod">
          <ac:chgData name="Shruthi Prasad" userId="4c6def9a748305c2" providerId="LiveId" clId="{59184A1A-A57E-46D5-80B4-0D0761AC2003}" dt="2026-08-30T04:01:49.726" v="17177" actId="1035"/>
          <ac:cxnSpMkLst>
            <pc:docMk/>
            <pc:sldMk cId="2335254067" sldId="306"/>
            <ac:cxnSpMk id="67" creationId="{C0301CB0-ACCF-5611-B5DD-8C7AF17903D1}"/>
          </ac:cxnSpMkLst>
        </pc:cxnChg>
        <pc:cxnChg chg="add mod">
          <ac:chgData name="Shruthi Prasad" userId="4c6def9a748305c2" providerId="LiveId" clId="{59184A1A-A57E-46D5-80B4-0D0761AC2003}" dt="2026-08-30T04:02:46.187" v="17261" actId="1035"/>
          <ac:cxnSpMkLst>
            <pc:docMk/>
            <pc:sldMk cId="2335254067" sldId="306"/>
            <ac:cxnSpMk id="68" creationId="{8AB654B3-6989-1533-D4DD-235B77497261}"/>
          </ac:cxnSpMkLst>
        </pc:cxnChg>
      </pc:sldChg>
      <pc:sldChg chg="add ord">
        <pc:chgData name="Shruthi Prasad" userId="4c6def9a748305c2" providerId="LiveId" clId="{59184A1A-A57E-46D5-80B4-0D0761AC2003}" dt="2026-09-03T16:45:33.210" v="17897"/>
        <pc:sldMkLst>
          <pc:docMk/>
          <pc:sldMk cId="1870675768" sldId="307"/>
        </pc:sldMkLst>
      </pc:sldChg>
      <pc:sldChg chg="add">
        <pc:chgData name="Shruthi Prasad" userId="4c6def9a748305c2" providerId="LiveId" clId="{59184A1A-A57E-46D5-80B4-0D0761AC2003}" dt="2026-09-03T16:53:23.923" v="17903" actId="2890"/>
        <pc:sldMkLst>
          <pc:docMk/>
          <pc:sldMk cId="959082704" sldId="308"/>
        </pc:sldMkLst>
      </pc:sldChg>
      <pc:sldChg chg="addSp delSp modSp add mod">
        <pc:chgData name="Shruthi Prasad" userId="4c6def9a748305c2" providerId="LiveId" clId="{59184A1A-A57E-46D5-80B4-0D0761AC2003}" dt="2026-09-03T17:20:20.366" v="18006" actId="1076"/>
        <pc:sldMkLst>
          <pc:docMk/>
          <pc:sldMk cId="649698147" sldId="309"/>
        </pc:sldMkLst>
        <pc:spChg chg="del">
          <ac:chgData name="Shruthi Prasad" userId="4c6def9a748305c2" providerId="LiveId" clId="{59184A1A-A57E-46D5-80B4-0D0761AC2003}" dt="2026-09-03T17:19:43.951" v="17998" actId="478"/>
          <ac:spMkLst>
            <pc:docMk/>
            <pc:sldMk cId="649698147" sldId="309"/>
            <ac:spMk id="11" creationId="{D634E90D-FB97-F733-879B-05A1772AF801}"/>
          </ac:spMkLst>
        </pc:spChg>
        <pc:graphicFrameChg chg="del">
          <ac:chgData name="Shruthi Prasad" userId="4c6def9a748305c2" providerId="LiveId" clId="{59184A1A-A57E-46D5-80B4-0D0761AC2003}" dt="2026-09-03T17:19:37.775" v="17995" actId="478"/>
          <ac:graphicFrameMkLst>
            <pc:docMk/>
            <pc:sldMk cId="649698147" sldId="309"/>
            <ac:graphicFrameMk id="35" creationId="{BB6D2C81-CE68-4BCE-B36C-71AD6BA8A2E4}"/>
          </ac:graphicFrameMkLst>
        </pc:graphicFrameChg>
        <pc:picChg chg="add mod">
          <ac:chgData name="Shruthi Prasad" userId="4c6def9a748305c2" providerId="LiveId" clId="{59184A1A-A57E-46D5-80B4-0D0761AC2003}" dt="2026-09-03T17:20:20.366" v="18006" actId="1076"/>
          <ac:picMkLst>
            <pc:docMk/>
            <pc:sldMk cId="649698147" sldId="309"/>
            <ac:picMk id="3" creationId="{98F16D0C-26D0-D448-20EC-7B0BEECEE0F7}"/>
          </ac:picMkLst>
        </pc:picChg>
        <pc:picChg chg="del">
          <ac:chgData name="Shruthi Prasad" userId="4c6def9a748305c2" providerId="LiveId" clId="{59184A1A-A57E-46D5-80B4-0D0761AC2003}" dt="2026-09-03T17:19:39.247" v="17996" actId="478"/>
          <ac:picMkLst>
            <pc:docMk/>
            <pc:sldMk cId="649698147" sldId="309"/>
            <ac:picMk id="23" creationId="{8FCC032D-CCFD-C7DA-3E94-9C379A86F3F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02998-DB91-4816-9CD8-B179E3F7CFB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5741F-4FF9-498B-9B9A-F16D8E04A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735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5741F-4FF9-498B-9B9A-F16D8E04A6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376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 card fraud is one of the most common financial crimes in the U.S. </a:t>
            </a:r>
          </a:p>
          <a:p>
            <a:r>
              <a:rPr lang="en-US" dirty="0"/>
              <a:t>More than 60 million Americans experienced it in the past year, and global losses exceed $33 billion annually.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5741F-4FF9-498B-9B9A-F16D8E04A64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0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082F6-805E-A66A-6281-31EED34A4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B3F80-3420-C9C8-0F20-99C67EC40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A074C-7A1E-01C1-17EC-AFB1EF2A5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B6380-BD92-3211-D5B8-639F8EE6F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5741F-4FF9-498B-9B9A-F16D8E04A64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34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F0A9D-80B9-5422-0FFD-114FA71F4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13B7E-1839-1969-C7C1-C85DF30A2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4232E-81CD-C29C-8181-BA7F779D8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8A88D-7F5D-E6CF-617B-FB9A2EF4A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5741F-4FF9-498B-9B9A-F16D8E04A64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1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77C77-EC1D-1238-C936-BFAF41AA7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D725B-5619-9087-39E0-694D75251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BEB42-ACD2-D083-0911-578CF634B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907B1-B581-569D-4984-1B829050D0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5741F-4FF9-498B-9B9A-F16D8E04A64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11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5741F-4FF9-498B-9B9A-F16D8E04A64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85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6228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76990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1009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8292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14035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69532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87398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0069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18527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4239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99615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9600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77526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83223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93051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7138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482279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47597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389499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826892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196990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78427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993542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367907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585404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82895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124147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44633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90786BE5-D2A3-4BF0-8B30-D7403E61B3D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085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98" r:id="rId1"/>
    <p:sldLayoutId id="2147484599" r:id="rId2"/>
    <p:sldLayoutId id="2147484600" r:id="rId3"/>
    <p:sldLayoutId id="2147484601" r:id="rId4"/>
    <p:sldLayoutId id="2147484602" r:id="rId5"/>
    <p:sldLayoutId id="2147484603" r:id="rId6"/>
    <p:sldLayoutId id="2147484604" r:id="rId7"/>
    <p:sldLayoutId id="2147484605" r:id="rId8"/>
    <p:sldLayoutId id="2147484606" r:id="rId9"/>
    <p:sldLayoutId id="2147484607" r:id="rId10"/>
    <p:sldLayoutId id="2147484608" r:id="rId11"/>
    <p:sldLayoutId id="2147484609" r:id="rId12"/>
    <p:sldLayoutId id="2147484610" r:id="rId13"/>
    <p:sldLayoutId id="2147484611" r:id="rId14"/>
    <p:sldLayoutId id="2147484612" r:id="rId15"/>
    <p:sldLayoutId id="2147484613" r:id="rId16"/>
    <p:sldLayoutId id="2147484614" r:id="rId17"/>
    <p:sldLayoutId id="2147484615" r:id="rId18"/>
    <p:sldLayoutId id="2147484616" r:id="rId19"/>
    <p:sldLayoutId id="2147484617" r:id="rId20"/>
    <p:sldLayoutId id="2147484618" r:id="rId21"/>
    <p:sldLayoutId id="2147484619" r:id="rId22"/>
    <p:sldLayoutId id="2147484620" r:id="rId23"/>
    <p:sldLayoutId id="2147484621" r:id="rId24"/>
    <p:sldLayoutId id="2147484622" r:id="rId25"/>
    <p:sldLayoutId id="2147484623" r:id="rId26"/>
    <p:sldLayoutId id="2147484624" r:id="rId27"/>
    <p:sldLayoutId id="2147484625" r:id="rId28"/>
  </p:sldLayoutIdLst>
  <p:hf sldNum="0" hdr="0" ftr="0" dt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svg"/><Relationship Id="rId14" Type="http://schemas.openxmlformats.org/officeDocument/2006/relationships/image" Target="../media/image1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29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3.sv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svg"/><Relationship Id="rId1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4.svg"/><Relationship Id="rId7" Type="http://schemas.openxmlformats.org/officeDocument/2006/relationships/image" Target="../media/image40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1.sv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4.svg"/><Relationship Id="rId7" Type="http://schemas.openxmlformats.org/officeDocument/2006/relationships/image" Target="../media/image19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4.svg"/><Relationship Id="rId5" Type="http://schemas.openxmlformats.org/officeDocument/2006/relationships/image" Target="../media/image43.svg"/><Relationship Id="rId4" Type="http://schemas.openxmlformats.org/officeDocument/2006/relationships/image" Target="../media/image9.svg"/><Relationship Id="rId9" Type="http://schemas.openxmlformats.org/officeDocument/2006/relationships/image" Target="../media/image4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B2433-B567-458F-948C-37C593BFC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8945" y="2514600"/>
            <a:ext cx="9377464" cy="2262781"/>
          </a:xfrm>
        </p:spPr>
        <p:txBody>
          <a:bodyPr>
            <a:normAutofit/>
          </a:bodyPr>
          <a:lstStyle/>
          <a:p>
            <a:r>
              <a:rPr lang="en-US" sz="3200" dirty="0"/>
              <a:t>Credit Card Fraud Detection (Fraud Shield AI)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DAA707-4308-46AF-B7B7-02AB6671F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9965" y="3105839"/>
            <a:ext cx="5291847" cy="1080302"/>
          </a:xfrm>
        </p:spPr>
        <p:txBody>
          <a:bodyPr/>
          <a:lstStyle/>
          <a:p>
            <a:r>
              <a:rPr lang="en-US" dirty="0"/>
              <a:t>Shruthi Prasad –  8/29/2026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14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11E20-F9EA-B319-8406-6C7CC088B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38B6B-7E2F-51B6-BB4B-EBDC8B9C3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343" y="54096"/>
            <a:ext cx="5964556" cy="925156"/>
          </a:xfrm>
        </p:spPr>
        <p:txBody>
          <a:bodyPr>
            <a:normAutofit/>
          </a:bodyPr>
          <a:lstStyle/>
          <a:p>
            <a:r>
              <a:rPr lang="en-US" dirty="0"/>
              <a:t>Problem Statement &amp; Overview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C3D4B8-A2C7-8EEA-CCF0-13E75941B55A}"/>
              </a:ext>
            </a:extLst>
          </p:cNvPr>
          <p:cNvCxnSpPr>
            <a:cxnSpLocks/>
          </p:cNvCxnSpPr>
          <p:nvPr/>
        </p:nvCxnSpPr>
        <p:spPr>
          <a:xfrm>
            <a:off x="343711" y="979252"/>
            <a:ext cx="1147215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A3CDEE3-3E1C-5D4A-586A-AB42C968AAF7}"/>
              </a:ext>
            </a:extLst>
          </p:cNvPr>
          <p:cNvSpPr/>
          <p:nvPr/>
        </p:nvSpPr>
        <p:spPr>
          <a:xfrm>
            <a:off x="343712" y="1152734"/>
            <a:ext cx="1822314" cy="2457860"/>
          </a:xfrm>
          <a:prstGeom prst="rect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Content Placeholder 12" descr="Employee badge with solid fill">
            <a:extLst>
              <a:ext uri="{FF2B5EF4-FFF2-40B4-BE49-F238E27FC236}">
                <a16:creationId xmlns:a16="http://schemas.microsoft.com/office/drawing/2014/main" id="{44B61334-04C9-740D-B06D-5985CA0956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185" y="1096642"/>
            <a:ext cx="914400" cy="914400"/>
          </a:xfrm>
        </p:spPr>
      </p:pic>
      <p:pic>
        <p:nvPicPr>
          <p:cNvPr id="15" name="Graphic 14" descr="Lock with solid fill">
            <a:extLst>
              <a:ext uri="{FF2B5EF4-FFF2-40B4-BE49-F238E27FC236}">
                <a16:creationId xmlns:a16="http://schemas.microsoft.com/office/drawing/2014/main" id="{1720BF6A-6F30-0FFB-1438-D24D6A1E94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385" y="1420241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74EF640-86DD-B43A-CB5C-4DF524106B1B}"/>
              </a:ext>
            </a:extLst>
          </p:cNvPr>
          <p:cNvSpPr txBox="1"/>
          <p:nvPr/>
        </p:nvSpPr>
        <p:spPr>
          <a:xfrm>
            <a:off x="357421" y="2445816"/>
            <a:ext cx="18482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Building a Smarter Defense Against </a:t>
            </a:r>
            <a:r>
              <a:rPr lang="en-US" sz="16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Fraud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1A40DC-8AEB-47CF-C786-B7CEE46900A5}"/>
              </a:ext>
            </a:extLst>
          </p:cNvPr>
          <p:cNvSpPr txBox="1"/>
          <p:nvPr/>
        </p:nvSpPr>
        <p:spPr>
          <a:xfrm>
            <a:off x="2341985" y="1018162"/>
            <a:ext cx="9034118" cy="1579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Fraud is growing with digital transactions and advanced tactics.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Traditional rules miss new fraud patterns </a:t>
            </a:r>
          </a:p>
          <a:p>
            <a:pPr marL="742950" lvl="1" indent="-285750">
              <a:spcBef>
                <a:spcPts val="10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We use </a:t>
            </a:r>
            <a:r>
              <a:rPr lang="en-US" sz="16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 and deep learning</a:t>
            </a:r>
            <a:r>
              <a:rPr lang="en-US" sz="16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for better fraud detection.</a:t>
            </a:r>
          </a:p>
          <a:p>
            <a:pPr marL="228600" lvl="0" indent="-228600"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goal of this project is to build a </a:t>
            </a:r>
            <a:r>
              <a:rPr lang="en-US" sz="16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scalable fraud detection system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that finds known and emerging fraud while reducing false positives and improving financial security.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1D3433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Graphic 19" descr="Bar graph with upward trend with solid fill">
            <a:extLst>
              <a:ext uri="{FF2B5EF4-FFF2-40B4-BE49-F238E27FC236}">
                <a16:creationId xmlns:a16="http://schemas.microsoft.com/office/drawing/2014/main" id="{04AC9E3A-6DA4-6C37-08A9-B52E92CBFC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2261" y="2911840"/>
            <a:ext cx="803509" cy="80350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F31DB33-70FA-8E97-891E-B39AC0C48A6A}"/>
              </a:ext>
            </a:extLst>
          </p:cNvPr>
          <p:cNvSpPr txBox="1"/>
          <p:nvPr/>
        </p:nvSpPr>
        <p:spPr>
          <a:xfrm>
            <a:off x="3365770" y="2976692"/>
            <a:ext cx="15110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Detect Fraud Pattern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51B728D-72E8-E492-8052-73E645536381}"/>
              </a:ext>
            </a:extLst>
          </p:cNvPr>
          <p:cNvCxnSpPr>
            <a:cxnSpLocks/>
          </p:cNvCxnSpPr>
          <p:nvPr/>
        </p:nvCxnSpPr>
        <p:spPr>
          <a:xfrm>
            <a:off x="5019471" y="3002630"/>
            <a:ext cx="0" cy="73152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28" name="Graphic 27" descr="Bullseye with solid fill">
            <a:extLst>
              <a:ext uri="{FF2B5EF4-FFF2-40B4-BE49-F238E27FC236}">
                <a16:creationId xmlns:a16="http://schemas.microsoft.com/office/drawing/2014/main" id="{7665C8E8-D2C9-3C5B-F924-717EA91C82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7810" y="2916387"/>
            <a:ext cx="794413" cy="79441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5190641-471E-4CF5-82EF-CEE0210DB52B}"/>
              </a:ext>
            </a:extLst>
          </p:cNvPr>
          <p:cNvSpPr txBox="1"/>
          <p:nvPr/>
        </p:nvSpPr>
        <p:spPr>
          <a:xfrm>
            <a:off x="6030392" y="2976692"/>
            <a:ext cx="1637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Reduce False Positives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04681F8-7E96-D13D-3787-2F90DC5B3BC7}"/>
              </a:ext>
            </a:extLst>
          </p:cNvPr>
          <p:cNvCxnSpPr>
            <a:cxnSpLocks/>
          </p:cNvCxnSpPr>
          <p:nvPr/>
        </p:nvCxnSpPr>
        <p:spPr>
          <a:xfrm>
            <a:off x="7817792" y="2973450"/>
            <a:ext cx="0" cy="73152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35" name="Graphic 34" descr="Money with solid fill">
            <a:extLst>
              <a:ext uri="{FF2B5EF4-FFF2-40B4-BE49-F238E27FC236}">
                <a16:creationId xmlns:a16="http://schemas.microsoft.com/office/drawing/2014/main" id="{FC2E1897-551F-78CD-7EDD-70AA034452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96653" y="2759294"/>
            <a:ext cx="724834" cy="724834"/>
          </a:xfrm>
          <a:prstGeom prst="rect">
            <a:avLst/>
          </a:prstGeom>
        </p:spPr>
      </p:pic>
      <p:pic>
        <p:nvPicPr>
          <p:cNvPr id="37" name="Graphic 36" descr="Handshake with solid fill">
            <a:extLst>
              <a:ext uri="{FF2B5EF4-FFF2-40B4-BE49-F238E27FC236}">
                <a16:creationId xmlns:a16="http://schemas.microsoft.com/office/drawing/2014/main" id="{10C59C92-3D4D-9926-97C3-FE4F91733D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96652" y="3075568"/>
            <a:ext cx="914400" cy="9144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2EEFD3E-F2C2-0158-BF06-E3944C380351}"/>
              </a:ext>
            </a:extLst>
          </p:cNvPr>
          <p:cNvSpPr txBox="1"/>
          <p:nvPr/>
        </p:nvSpPr>
        <p:spPr>
          <a:xfrm>
            <a:off x="9088876" y="2976692"/>
            <a:ext cx="16375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Strengthen Financial Security &amp; Trust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2247666-089B-AFFB-070E-8765EBA28E8F}"/>
              </a:ext>
            </a:extLst>
          </p:cNvPr>
          <p:cNvSpPr txBox="1">
            <a:spLocks/>
          </p:cNvSpPr>
          <p:nvPr/>
        </p:nvSpPr>
        <p:spPr>
          <a:xfrm>
            <a:off x="543250" y="3676024"/>
            <a:ext cx="2803055" cy="737408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Dataset Overview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FF81EB0-41F0-820A-0D60-705473C42468}"/>
              </a:ext>
            </a:extLst>
          </p:cNvPr>
          <p:cNvCxnSpPr>
            <a:cxnSpLocks/>
          </p:cNvCxnSpPr>
          <p:nvPr/>
        </p:nvCxnSpPr>
        <p:spPr>
          <a:xfrm rot="5400000">
            <a:off x="1896885" y="3537637"/>
            <a:ext cx="0" cy="27432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ADF7D10-0EB6-822D-E8A1-C1A8D7A4BEAD}"/>
              </a:ext>
            </a:extLst>
          </p:cNvPr>
          <p:cNvCxnSpPr>
            <a:cxnSpLocks/>
          </p:cNvCxnSpPr>
          <p:nvPr/>
        </p:nvCxnSpPr>
        <p:spPr>
          <a:xfrm rot="5400000">
            <a:off x="1896885" y="4131023"/>
            <a:ext cx="0" cy="27432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27DBE07B-F8B3-2456-2C19-C407FF8839C9}"/>
              </a:ext>
            </a:extLst>
          </p:cNvPr>
          <p:cNvSpPr/>
          <p:nvPr/>
        </p:nvSpPr>
        <p:spPr>
          <a:xfrm>
            <a:off x="0" y="6212745"/>
            <a:ext cx="12192000" cy="645255"/>
          </a:xfrm>
          <a:prstGeom prst="rect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5716E2C-5732-4D42-6B94-163FDEBD36AF}"/>
              </a:ext>
            </a:extLst>
          </p:cNvPr>
          <p:cNvSpPr/>
          <p:nvPr/>
        </p:nvSpPr>
        <p:spPr>
          <a:xfrm>
            <a:off x="635540" y="4403385"/>
            <a:ext cx="421532" cy="416661"/>
          </a:xfrm>
          <a:prstGeom prst="ellipse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Graphic 45" descr="Database with solid fill">
            <a:extLst>
              <a:ext uri="{FF2B5EF4-FFF2-40B4-BE49-F238E27FC236}">
                <a16:creationId xmlns:a16="http://schemas.microsoft.com/office/drawing/2014/main" id="{12929AFE-25DA-6687-0776-338C41741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8601" y="4477965"/>
            <a:ext cx="315409" cy="315409"/>
          </a:xfrm>
          <a:prstGeom prst="rect">
            <a:avLst/>
          </a:prstGeom>
        </p:spPr>
      </p:pic>
      <p:sp>
        <p:nvSpPr>
          <p:cNvPr id="48" name="Oval 47">
            <a:extLst>
              <a:ext uri="{FF2B5EF4-FFF2-40B4-BE49-F238E27FC236}">
                <a16:creationId xmlns:a16="http://schemas.microsoft.com/office/drawing/2014/main" id="{887B6CA1-721E-5890-E9BF-EE5D5C2EDCA2}"/>
              </a:ext>
            </a:extLst>
          </p:cNvPr>
          <p:cNvSpPr/>
          <p:nvPr/>
        </p:nvSpPr>
        <p:spPr>
          <a:xfrm>
            <a:off x="635540" y="4996773"/>
            <a:ext cx="421532" cy="416661"/>
          </a:xfrm>
          <a:prstGeom prst="ellipse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41F5296-7742-579F-2341-0598DB1C7001}"/>
              </a:ext>
            </a:extLst>
          </p:cNvPr>
          <p:cNvSpPr/>
          <p:nvPr/>
        </p:nvSpPr>
        <p:spPr>
          <a:xfrm>
            <a:off x="635539" y="5596646"/>
            <a:ext cx="421532" cy="416661"/>
          </a:xfrm>
          <a:prstGeom prst="ellipse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Graphic 51" descr="Document with solid fill">
            <a:extLst>
              <a:ext uri="{FF2B5EF4-FFF2-40B4-BE49-F238E27FC236}">
                <a16:creationId xmlns:a16="http://schemas.microsoft.com/office/drawing/2014/main" id="{48AE5396-BD9D-E4B3-0963-A1BE2C4EA9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8601" y="4999707"/>
            <a:ext cx="357416" cy="357416"/>
          </a:xfrm>
          <a:prstGeom prst="rect">
            <a:avLst/>
          </a:prstGeom>
        </p:spPr>
      </p:pic>
      <p:pic>
        <p:nvPicPr>
          <p:cNvPr id="58" name="Graphic 57" descr="Monitor with solid fill">
            <a:extLst>
              <a:ext uri="{FF2B5EF4-FFF2-40B4-BE49-F238E27FC236}">
                <a16:creationId xmlns:a16="http://schemas.microsoft.com/office/drawing/2014/main" id="{C5EB1980-BEE9-4302-6B53-02F0BE07D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5227" y="5672302"/>
            <a:ext cx="330086" cy="330086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AC9220E6-3978-16C2-E6E6-F4407C6B2247}"/>
              </a:ext>
            </a:extLst>
          </p:cNvPr>
          <p:cNvSpPr txBox="1"/>
          <p:nvPr/>
        </p:nvSpPr>
        <p:spPr>
          <a:xfrm>
            <a:off x="1086256" y="4309373"/>
            <a:ext cx="20979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Kaggle – Credit Card Transaction Fraud Detection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F00F8C9-D7EB-2DA3-7B68-49B6B604841D}"/>
              </a:ext>
            </a:extLst>
          </p:cNvPr>
          <p:cNvCxnSpPr>
            <a:cxnSpLocks/>
          </p:cNvCxnSpPr>
          <p:nvPr/>
        </p:nvCxnSpPr>
        <p:spPr>
          <a:xfrm rot="5400000">
            <a:off x="5846307" y="-1640718"/>
            <a:ext cx="0" cy="1097280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5A2AE7AD-5D5A-E6B6-C2AD-D8CBFA717364}"/>
              </a:ext>
            </a:extLst>
          </p:cNvPr>
          <p:cNvSpPr txBox="1"/>
          <p:nvPr/>
        </p:nvSpPr>
        <p:spPr>
          <a:xfrm>
            <a:off x="1083016" y="4993553"/>
            <a:ext cx="20979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Size: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~1.3 million Credit Card Transactions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6FC353F-EBA9-B8A5-09A6-2DC5DA278C93}"/>
              </a:ext>
            </a:extLst>
          </p:cNvPr>
          <p:cNvSpPr txBox="1"/>
          <p:nvPr/>
        </p:nvSpPr>
        <p:spPr>
          <a:xfrm>
            <a:off x="1083016" y="5551268"/>
            <a:ext cx="20979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Nature: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Realistic Simulation of Fraudulent and Legitimate transactions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0A1805E0-E8D1-3D16-77C5-C9E85C75288B}"/>
              </a:ext>
            </a:extLst>
          </p:cNvPr>
          <p:cNvSpPr/>
          <p:nvPr/>
        </p:nvSpPr>
        <p:spPr>
          <a:xfrm>
            <a:off x="3657601" y="4014281"/>
            <a:ext cx="7594068" cy="208692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E38AB805-570D-A11D-7401-D5C9DBFB187B}"/>
              </a:ext>
            </a:extLst>
          </p:cNvPr>
          <p:cNvSpPr/>
          <p:nvPr/>
        </p:nvSpPr>
        <p:spPr>
          <a:xfrm>
            <a:off x="6005210" y="4033739"/>
            <a:ext cx="2996118" cy="350193"/>
          </a:xfrm>
          <a:prstGeom prst="roundRect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Features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982DF7C-8EB5-6337-4465-85F1C9B19635}"/>
              </a:ext>
            </a:extLst>
          </p:cNvPr>
          <p:cNvCxnSpPr>
            <a:cxnSpLocks/>
          </p:cNvCxnSpPr>
          <p:nvPr/>
        </p:nvCxnSpPr>
        <p:spPr>
          <a:xfrm rot="5400000">
            <a:off x="5582042" y="3526316"/>
            <a:ext cx="0" cy="32004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CC79EF8-6371-752F-55DB-6EBD8085E574}"/>
              </a:ext>
            </a:extLst>
          </p:cNvPr>
          <p:cNvCxnSpPr>
            <a:cxnSpLocks/>
          </p:cNvCxnSpPr>
          <p:nvPr/>
        </p:nvCxnSpPr>
        <p:spPr>
          <a:xfrm rot="5400000">
            <a:off x="9304493" y="3529573"/>
            <a:ext cx="0" cy="32004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66A14CD-06B6-511B-1273-89D336628721}"/>
              </a:ext>
            </a:extLst>
          </p:cNvPr>
          <p:cNvCxnSpPr>
            <a:cxnSpLocks/>
          </p:cNvCxnSpPr>
          <p:nvPr/>
        </p:nvCxnSpPr>
        <p:spPr>
          <a:xfrm>
            <a:off x="7441661" y="4542837"/>
            <a:ext cx="0" cy="54864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F30DF0C-4EF2-E609-5A29-A23487EF89ED}"/>
              </a:ext>
            </a:extLst>
          </p:cNvPr>
          <p:cNvCxnSpPr>
            <a:cxnSpLocks/>
          </p:cNvCxnSpPr>
          <p:nvPr/>
        </p:nvCxnSpPr>
        <p:spPr>
          <a:xfrm>
            <a:off x="7441661" y="5376470"/>
            <a:ext cx="0" cy="54864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4D5840F-06D2-DF92-6808-1C780263A14D}"/>
              </a:ext>
            </a:extLst>
          </p:cNvPr>
          <p:cNvSpPr txBox="1"/>
          <p:nvPr/>
        </p:nvSpPr>
        <p:spPr>
          <a:xfrm>
            <a:off x="4630366" y="4487713"/>
            <a:ext cx="20979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Transaction: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Date/Time, amount, category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BE23E57-D22F-CB88-2B5B-5D81ABBD47FF}"/>
              </a:ext>
            </a:extLst>
          </p:cNvPr>
          <p:cNvSpPr txBox="1"/>
          <p:nvPr/>
        </p:nvSpPr>
        <p:spPr>
          <a:xfrm>
            <a:off x="4683116" y="5266199"/>
            <a:ext cx="20979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Cardholder: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Card number, location, city population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3195482-9D16-3236-28C4-5F45817A69CE}"/>
              </a:ext>
            </a:extLst>
          </p:cNvPr>
          <p:cNvSpPr txBox="1"/>
          <p:nvPr/>
        </p:nvSpPr>
        <p:spPr>
          <a:xfrm>
            <a:off x="8145293" y="4526352"/>
            <a:ext cx="20979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Merchant: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Merchant Name and Geographic coordinates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6C1A480-0694-232A-8699-78B7111F7B04}"/>
              </a:ext>
            </a:extLst>
          </p:cNvPr>
          <p:cNvSpPr txBox="1"/>
          <p:nvPr/>
        </p:nvSpPr>
        <p:spPr>
          <a:xfrm>
            <a:off x="8145293" y="5251026"/>
            <a:ext cx="20979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Target: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Fraud indicator (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is_fraud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: 1 = Fraud,</a:t>
            </a:r>
          </a:p>
          <a:p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Is_fraud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: 0 = Legitimate)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E5D8A1BE-C844-2F28-DB37-EEF6C385BDD6}"/>
              </a:ext>
            </a:extLst>
          </p:cNvPr>
          <p:cNvSpPr/>
          <p:nvPr/>
        </p:nvSpPr>
        <p:spPr>
          <a:xfrm>
            <a:off x="4156945" y="4524380"/>
            <a:ext cx="421532" cy="416661"/>
          </a:xfrm>
          <a:prstGeom prst="ellipse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BF81F94-A594-E343-A085-320FDEF40146}"/>
              </a:ext>
            </a:extLst>
          </p:cNvPr>
          <p:cNvSpPr/>
          <p:nvPr/>
        </p:nvSpPr>
        <p:spPr>
          <a:xfrm>
            <a:off x="4156945" y="5312574"/>
            <a:ext cx="421532" cy="416661"/>
          </a:xfrm>
          <a:prstGeom prst="ellipse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1129D8D-DAB5-9587-13DE-5BE99FF73C68}"/>
              </a:ext>
            </a:extLst>
          </p:cNvPr>
          <p:cNvSpPr/>
          <p:nvPr/>
        </p:nvSpPr>
        <p:spPr>
          <a:xfrm>
            <a:off x="7668315" y="4551751"/>
            <a:ext cx="421532" cy="416661"/>
          </a:xfrm>
          <a:prstGeom prst="ellipse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5DABC99-89AB-C329-B1BD-AED164BD2605}"/>
              </a:ext>
            </a:extLst>
          </p:cNvPr>
          <p:cNvSpPr/>
          <p:nvPr/>
        </p:nvSpPr>
        <p:spPr>
          <a:xfrm>
            <a:off x="7668315" y="5320244"/>
            <a:ext cx="421532" cy="416661"/>
          </a:xfrm>
          <a:prstGeom prst="ellipse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1" name="Graphic 90" descr="Daily calendar with solid fill">
            <a:extLst>
              <a:ext uri="{FF2B5EF4-FFF2-40B4-BE49-F238E27FC236}">
                <a16:creationId xmlns:a16="http://schemas.microsoft.com/office/drawing/2014/main" id="{3E051656-D010-134F-7352-E9E67BAAC0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84506" y="4545783"/>
            <a:ext cx="366409" cy="366409"/>
          </a:xfrm>
          <a:prstGeom prst="rect">
            <a:avLst/>
          </a:prstGeom>
        </p:spPr>
      </p:pic>
      <p:pic>
        <p:nvPicPr>
          <p:cNvPr id="93" name="Graphic 92" descr="User with solid fill">
            <a:extLst>
              <a:ext uri="{FF2B5EF4-FFF2-40B4-BE49-F238E27FC236}">
                <a16:creationId xmlns:a16="http://schemas.microsoft.com/office/drawing/2014/main" id="{33EF4F89-AA44-969D-7002-5B3BF04752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206455" y="5355603"/>
            <a:ext cx="324579" cy="324579"/>
          </a:xfrm>
          <a:prstGeom prst="rect">
            <a:avLst/>
          </a:prstGeom>
        </p:spPr>
      </p:pic>
      <p:pic>
        <p:nvPicPr>
          <p:cNvPr id="95" name="Graphic 94" descr="Bullseye with solid fill">
            <a:extLst>
              <a:ext uri="{FF2B5EF4-FFF2-40B4-BE49-F238E27FC236}">
                <a16:creationId xmlns:a16="http://schemas.microsoft.com/office/drawing/2014/main" id="{AE511F98-3BDA-6A4D-62EF-22D79F5755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79307" y="5318695"/>
            <a:ext cx="410540" cy="410540"/>
          </a:xfrm>
          <a:prstGeom prst="rect">
            <a:avLst/>
          </a:prstGeom>
        </p:spPr>
      </p:pic>
      <p:pic>
        <p:nvPicPr>
          <p:cNvPr id="97" name="Graphic 96" descr="Marker with solid fill">
            <a:extLst>
              <a:ext uri="{FF2B5EF4-FFF2-40B4-BE49-F238E27FC236}">
                <a16:creationId xmlns:a16="http://schemas.microsoft.com/office/drawing/2014/main" id="{C2780F63-8F21-5106-CA2B-AC60D77B49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675126" y="4573621"/>
            <a:ext cx="408889" cy="40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603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F224D-A64A-4A9C-8D35-CE1EBEC1B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0281" y="63088"/>
            <a:ext cx="7413709" cy="72745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EXPLORATORY DATA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26CCD9-AD2C-C432-3773-759BC880892C}"/>
              </a:ext>
            </a:extLst>
          </p:cNvPr>
          <p:cNvSpPr txBox="1"/>
          <p:nvPr/>
        </p:nvSpPr>
        <p:spPr>
          <a:xfrm>
            <a:off x="1549940" y="5592394"/>
            <a:ext cx="8299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Key Finding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Dataset is clean with no missing values or duplicates but highly imbalanced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65C396-56E9-C1E5-91CC-6A30F373AB9B}"/>
              </a:ext>
            </a:extLst>
          </p:cNvPr>
          <p:cNvSpPr txBox="1"/>
          <p:nvPr/>
        </p:nvSpPr>
        <p:spPr>
          <a:xfrm>
            <a:off x="3391710" y="587623"/>
            <a:ext cx="5711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Understanding the data to ensure quality and identify key patterns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35E3AF-6B0B-DF79-C419-CBF933C201B9}"/>
              </a:ext>
            </a:extLst>
          </p:cNvPr>
          <p:cNvSpPr/>
          <p:nvPr/>
        </p:nvSpPr>
        <p:spPr>
          <a:xfrm>
            <a:off x="408562" y="1420238"/>
            <a:ext cx="3197157" cy="37029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B1A5D8-F41B-8834-F572-FAC6E200C127}"/>
              </a:ext>
            </a:extLst>
          </p:cNvPr>
          <p:cNvSpPr/>
          <p:nvPr/>
        </p:nvSpPr>
        <p:spPr>
          <a:xfrm>
            <a:off x="408562" y="1420238"/>
            <a:ext cx="3197156" cy="356681"/>
          </a:xfrm>
          <a:prstGeom prst="rect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1. DATA QUALITY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D4EDAB-9EFD-F92A-0E32-A7CA42B01545}"/>
              </a:ext>
            </a:extLst>
          </p:cNvPr>
          <p:cNvSpPr/>
          <p:nvPr/>
        </p:nvSpPr>
        <p:spPr>
          <a:xfrm>
            <a:off x="810641" y="1459143"/>
            <a:ext cx="298315" cy="28534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 descr="Database with solid fill">
            <a:extLst>
              <a:ext uri="{FF2B5EF4-FFF2-40B4-BE49-F238E27FC236}">
                <a16:creationId xmlns:a16="http://schemas.microsoft.com/office/drawing/2014/main" id="{FBDAC985-87F6-2EF0-5698-2CEEFDFF6B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177" y="1473709"/>
            <a:ext cx="264294" cy="26429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A0CEAB3-8BBA-8302-A6E1-49E9BA93A601}"/>
              </a:ext>
            </a:extLst>
          </p:cNvPr>
          <p:cNvSpPr/>
          <p:nvPr/>
        </p:nvSpPr>
        <p:spPr>
          <a:xfrm>
            <a:off x="3868364" y="1420238"/>
            <a:ext cx="4542819" cy="37029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BE84E2-E673-0817-F85B-28D5F4537030}"/>
              </a:ext>
            </a:extLst>
          </p:cNvPr>
          <p:cNvSpPr/>
          <p:nvPr/>
        </p:nvSpPr>
        <p:spPr>
          <a:xfrm>
            <a:off x="8673828" y="1420238"/>
            <a:ext cx="3197157" cy="37029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FB48D9-FB9F-D94E-3ABF-D5F49D08F27A}"/>
              </a:ext>
            </a:extLst>
          </p:cNvPr>
          <p:cNvSpPr/>
          <p:nvPr/>
        </p:nvSpPr>
        <p:spPr>
          <a:xfrm>
            <a:off x="8654366" y="1429968"/>
            <a:ext cx="3197156" cy="356681"/>
          </a:xfrm>
          <a:prstGeom prst="rect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3. KEY EDA INSIGHTS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999774-222F-C850-6639-373E40920D70}"/>
              </a:ext>
            </a:extLst>
          </p:cNvPr>
          <p:cNvSpPr/>
          <p:nvPr/>
        </p:nvSpPr>
        <p:spPr>
          <a:xfrm>
            <a:off x="3868362" y="1429968"/>
            <a:ext cx="4542819" cy="356681"/>
          </a:xfrm>
          <a:prstGeom prst="rect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2. CLASS DISTRIBUTION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C290271-4CE7-0207-F5DD-D5F87905E09E}"/>
              </a:ext>
            </a:extLst>
          </p:cNvPr>
          <p:cNvSpPr/>
          <p:nvPr/>
        </p:nvSpPr>
        <p:spPr>
          <a:xfrm>
            <a:off x="4503909" y="1463183"/>
            <a:ext cx="298315" cy="28534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2B35C75-BE10-97C6-1661-5E1651EB1265}"/>
              </a:ext>
            </a:extLst>
          </p:cNvPr>
          <p:cNvSpPr/>
          <p:nvPr/>
        </p:nvSpPr>
        <p:spPr>
          <a:xfrm>
            <a:off x="8805215" y="1452658"/>
            <a:ext cx="298315" cy="28534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 descr="Lightbulb and gear with solid fill">
            <a:extLst>
              <a:ext uri="{FF2B5EF4-FFF2-40B4-BE49-F238E27FC236}">
                <a16:creationId xmlns:a16="http://schemas.microsoft.com/office/drawing/2014/main" id="{22F888C4-C9FF-A47D-B7FB-6892E6416D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8190" y="1467254"/>
            <a:ext cx="295072" cy="295072"/>
          </a:xfrm>
          <a:prstGeom prst="rect">
            <a:avLst/>
          </a:prstGeom>
        </p:spPr>
      </p:pic>
      <p:pic>
        <p:nvPicPr>
          <p:cNvPr id="31" name="Graphic 30" descr="Pie chart with solid fill">
            <a:extLst>
              <a:ext uri="{FF2B5EF4-FFF2-40B4-BE49-F238E27FC236}">
                <a16:creationId xmlns:a16="http://schemas.microsoft.com/office/drawing/2014/main" id="{FB5BDDC2-D023-701B-0AF9-74309FDAF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0387" y="1493190"/>
            <a:ext cx="238328" cy="238328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8BAAE6E-19DA-B6FF-8968-20FCBA47A155}"/>
              </a:ext>
            </a:extLst>
          </p:cNvPr>
          <p:cNvCxnSpPr>
            <a:cxnSpLocks/>
          </p:cNvCxnSpPr>
          <p:nvPr/>
        </p:nvCxnSpPr>
        <p:spPr>
          <a:xfrm rot="5400000">
            <a:off x="2020110" y="1073297"/>
            <a:ext cx="0" cy="27432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14123DC-FF87-E00D-D4AF-AAC5700B951B}"/>
              </a:ext>
            </a:extLst>
          </p:cNvPr>
          <p:cNvCxnSpPr>
            <a:cxnSpLocks/>
          </p:cNvCxnSpPr>
          <p:nvPr/>
        </p:nvCxnSpPr>
        <p:spPr>
          <a:xfrm rot="5400000">
            <a:off x="2020110" y="1734778"/>
            <a:ext cx="0" cy="27432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DA0E74B-19D3-0B4E-2BA3-2D05469E3DC9}"/>
              </a:ext>
            </a:extLst>
          </p:cNvPr>
          <p:cNvCxnSpPr>
            <a:cxnSpLocks/>
          </p:cNvCxnSpPr>
          <p:nvPr/>
        </p:nvCxnSpPr>
        <p:spPr>
          <a:xfrm rot="5400000">
            <a:off x="2020110" y="2376803"/>
            <a:ext cx="0" cy="27432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B4EC88C-1091-592F-DE64-F364443DF179}"/>
              </a:ext>
            </a:extLst>
          </p:cNvPr>
          <p:cNvCxnSpPr>
            <a:cxnSpLocks/>
          </p:cNvCxnSpPr>
          <p:nvPr/>
        </p:nvCxnSpPr>
        <p:spPr>
          <a:xfrm rot="5400000">
            <a:off x="2020110" y="3077195"/>
            <a:ext cx="0" cy="27432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C8DEA0E-869E-2B77-63B2-EDC8163AA2F8}"/>
              </a:ext>
            </a:extLst>
          </p:cNvPr>
          <p:cNvCxnSpPr>
            <a:cxnSpLocks/>
          </p:cNvCxnSpPr>
          <p:nvPr/>
        </p:nvCxnSpPr>
        <p:spPr>
          <a:xfrm rot="5400000">
            <a:off x="10262672" y="1215980"/>
            <a:ext cx="0" cy="27432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402BCEA-83B5-0562-4967-DFAE256C5478}"/>
              </a:ext>
            </a:extLst>
          </p:cNvPr>
          <p:cNvCxnSpPr>
            <a:cxnSpLocks/>
          </p:cNvCxnSpPr>
          <p:nvPr/>
        </p:nvCxnSpPr>
        <p:spPr>
          <a:xfrm rot="5400000">
            <a:off x="10288609" y="2052543"/>
            <a:ext cx="0" cy="27432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432B105-4F03-2A11-9BC9-AD03E43EC03D}"/>
              </a:ext>
            </a:extLst>
          </p:cNvPr>
          <p:cNvCxnSpPr>
            <a:cxnSpLocks/>
          </p:cNvCxnSpPr>
          <p:nvPr/>
        </p:nvCxnSpPr>
        <p:spPr>
          <a:xfrm rot="5400000">
            <a:off x="10321043" y="2921544"/>
            <a:ext cx="0" cy="27432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FF42BBEA-9005-6A96-CDBE-39EFBEEA018E}"/>
              </a:ext>
            </a:extLst>
          </p:cNvPr>
          <p:cNvSpPr/>
          <p:nvPr/>
        </p:nvSpPr>
        <p:spPr>
          <a:xfrm>
            <a:off x="719845" y="1926072"/>
            <a:ext cx="421532" cy="41666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Graphic 42" descr="Database with solid fill">
            <a:extLst>
              <a:ext uri="{FF2B5EF4-FFF2-40B4-BE49-F238E27FC236}">
                <a16:creationId xmlns:a16="http://schemas.microsoft.com/office/drawing/2014/main" id="{D00BBDB2-7B44-0B07-2C3C-C186A5444F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391" y="1981197"/>
            <a:ext cx="315409" cy="315409"/>
          </a:xfrm>
          <a:prstGeom prst="rect">
            <a:avLst/>
          </a:prstGeom>
        </p:spPr>
      </p:pic>
      <p:sp>
        <p:nvSpPr>
          <p:cNvPr id="45" name="Oval 44">
            <a:extLst>
              <a:ext uri="{FF2B5EF4-FFF2-40B4-BE49-F238E27FC236}">
                <a16:creationId xmlns:a16="http://schemas.microsoft.com/office/drawing/2014/main" id="{73E3CE04-BE29-0F05-096B-2AE393FD23A8}"/>
              </a:ext>
            </a:extLst>
          </p:cNvPr>
          <p:cNvSpPr/>
          <p:nvPr/>
        </p:nvSpPr>
        <p:spPr>
          <a:xfrm>
            <a:off x="726329" y="2569462"/>
            <a:ext cx="421532" cy="41666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E57E2BC-A84A-923D-A688-F4C5F6385517}"/>
              </a:ext>
            </a:extLst>
          </p:cNvPr>
          <p:cNvSpPr/>
          <p:nvPr/>
        </p:nvSpPr>
        <p:spPr>
          <a:xfrm>
            <a:off x="726329" y="3287705"/>
            <a:ext cx="421532" cy="41666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651190A-DFFF-E073-D0BB-19D38CB0105A}"/>
              </a:ext>
            </a:extLst>
          </p:cNvPr>
          <p:cNvSpPr/>
          <p:nvPr/>
        </p:nvSpPr>
        <p:spPr>
          <a:xfrm>
            <a:off x="726329" y="3959318"/>
            <a:ext cx="421532" cy="41666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55C0983-BA98-7727-CE02-92FAC191D1F6}"/>
              </a:ext>
            </a:extLst>
          </p:cNvPr>
          <p:cNvSpPr/>
          <p:nvPr/>
        </p:nvSpPr>
        <p:spPr>
          <a:xfrm>
            <a:off x="726329" y="4592339"/>
            <a:ext cx="421532" cy="41666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F75200-A915-6618-3AF4-9B74070F286C}"/>
              </a:ext>
            </a:extLst>
          </p:cNvPr>
          <p:cNvSpPr txBox="1"/>
          <p:nvPr/>
        </p:nvSpPr>
        <p:spPr>
          <a:xfrm>
            <a:off x="1200923" y="1986590"/>
            <a:ext cx="20979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1.3 M </a:t>
            </a:r>
            <a:r>
              <a:rPr lang="en-US" sz="11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0A0CC0C-EEB3-A87D-437A-F92237BCD2C2}"/>
              </a:ext>
            </a:extLst>
          </p:cNvPr>
          <p:cNvSpPr txBox="1"/>
          <p:nvPr/>
        </p:nvSpPr>
        <p:spPr>
          <a:xfrm>
            <a:off x="1154954" y="2567007"/>
            <a:ext cx="20979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br>
              <a:rPr lang="en-US" sz="11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Missing Transactions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E9A5396-7698-CBFA-CE2C-1612A21A959E}"/>
              </a:ext>
            </a:extLst>
          </p:cNvPr>
          <p:cNvSpPr txBox="1"/>
          <p:nvPr/>
        </p:nvSpPr>
        <p:spPr>
          <a:xfrm>
            <a:off x="1151109" y="3205574"/>
            <a:ext cx="20979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br>
              <a:rPr lang="en-US" sz="11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Duplicate Records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8398AF4-EAB2-60BD-D520-484209B258AA}"/>
              </a:ext>
            </a:extLst>
          </p:cNvPr>
          <p:cNvSpPr txBox="1"/>
          <p:nvPr/>
        </p:nvSpPr>
        <p:spPr>
          <a:xfrm>
            <a:off x="1154954" y="3805336"/>
            <a:ext cx="20979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Types Standardized</a:t>
            </a:r>
            <a:br>
              <a:rPr lang="en-US" sz="11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cc num, Zip (String), DOB (Date Time)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80D9439-2476-BBD5-B79E-AFDABEB189A7}"/>
              </a:ext>
            </a:extLst>
          </p:cNvPr>
          <p:cNvSpPr txBox="1"/>
          <p:nvPr/>
        </p:nvSpPr>
        <p:spPr>
          <a:xfrm>
            <a:off x="1142558" y="4505727"/>
            <a:ext cx="20979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Outliers Identified</a:t>
            </a:r>
            <a:br>
              <a:rPr lang="en-US" sz="11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 Amount &amp; City Population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1B0CDE-A87D-15B6-A38B-F6EFA67943E5}"/>
              </a:ext>
            </a:extLst>
          </p:cNvPr>
          <p:cNvSpPr txBox="1"/>
          <p:nvPr/>
        </p:nvSpPr>
        <p:spPr>
          <a:xfrm>
            <a:off x="9608859" y="2048200"/>
            <a:ext cx="209792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</a:t>
            </a:r>
            <a:r>
              <a:rPr lang="en-US" sz="11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 Amount</a:t>
            </a:r>
            <a:br>
              <a:rPr lang="en-US" sz="11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$70.35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D192659-896B-6B92-D155-B132C1150017}"/>
              </a:ext>
            </a:extLst>
          </p:cNvPr>
          <p:cNvSpPr txBox="1"/>
          <p:nvPr/>
        </p:nvSpPr>
        <p:spPr>
          <a:xfrm>
            <a:off x="9615337" y="2839379"/>
            <a:ext cx="209792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Median</a:t>
            </a:r>
            <a:r>
              <a:rPr lang="en-US" sz="11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 Amount</a:t>
            </a:r>
            <a:br>
              <a:rPr lang="en-US" sz="11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$47.52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77D2EF-8416-45AE-68B1-A758C0F63FD2}"/>
              </a:ext>
            </a:extLst>
          </p:cNvPr>
          <p:cNvSpPr txBox="1"/>
          <p:nvPr/>
        </p:nvSpPr>
        <p:spPr>
          <a:xfrm>
            <a:off x="9595890" y="3727836"/>
            <a:ext cx="218754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</a:t>
            </a:r>
            <a:r>
              <a:rPr lang="en-US" sz="11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 Amount</a:t>
            </a:r>
            <a:br>
              <a:rPr lang="en-US" sz="11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$28,948.90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C2AACD2-7528-2CAD-59D6-1DCAF19B5506}"/>
              </a:ext>
            </a:extLst>
          </p:cNvPr>
          <p:cNvSpPr txBox="1"/>
          <p:nvPr/>
        </p:nvSpPr>
        <p:spPr>
          <a:xfrm>
            <a:off x="9673706" y="4519020"/>
            <a:ext cx="209792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Fraud Rate</a:t>
            </a:r>
            <a:br>
              <a:rPr lang="en-US" sz="11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0.58% </a:t>
            </a:r>
            <a:r>
              <a:rPr lang="en-US" sz="11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(7,508 </a:t>
            </a:r>
            <a:r>
              <a:rPr lang="en-US" sz="11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1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ransactions)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F30B42C-5F00-14F9-D54F-6B3797F639BB}"/>
              </a:ext>
            </a:extLst>
          </p:cNvPr>
          <p:cNvSpPr/>
          <p:nvPr/>
        </p:nvSpPr>
        <p:spPr>
          <a:xfrm>
            <a:off x="0" y="6212745"/>
            <a:ext cx="12192000" cy="645255"/>
          </a:xfrm>
          <a:prstGeom prst="rect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5" name="Graphic 74" descr="Dollar with solid fill">
            <a:extLst>
              <a:ext uri="{FF2B5EF4-FFF2-40B4-BE49-F238E27FC236}">
                <a16:creationId xmlns:a16="http://schemas.microsoft.com/office/drawing/2014/main" id="{2019A3BB-8F67-0E4C-B095-0787DDE248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33238" y="2095181"/>
            <a:ext cx="390273" cy="390273"/>
          </a:xfrm>
          <a:prstGeom prst="rect">
            <a:avLst/>
          </a:prstGeom>
        </p:spPr>
      </p:pic>
      <p:pic>
        <p:nvPicPr>
          <p:cNvPr id="77" name="Graphic 76" descr="Bar chart with solid fill">
            <a:extLst>
              <a:ext uri="{FF2B5EF4-FFF2-40B4-BE49-F238E27FC236}">
                <a16:creationId xmlns:a16="http://schemas.microsoft.com/office/drawing/2014/main" id="{D908962C-DE79-933C-3EE3-B80CBF2141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60865" y="2833581"/>
            <a:ext cx="535021" cy="535021"/>
          </a:xfrm>
          <a:prstGeom prst="rect">
            <a:avLst/>
          </a:prstGeom>
        </p:spPr>
      </p:pic>
      <p:pic>
        <p:nvPicPr>
          <p:cNvPr id="79" name="Graphic 78" descr="Bar graph with upward trend with solid fill">
            <a:extLst>
              <a:ext uri="{FF2B5EF4-FFF2-40B4-BE49-F238E27FC236}">
                <a16:creationId xmlns:a16="http://schemas.microsoft.com/office/drawing/2014/main" id="{8A8FC2DA-A926-E645-D6DD-7EBD996BBF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93804" y="3727836"/>
            <a:ext cx="515055" cy="515055"/>
          </a:xfrm>
          <a:prstGeom prst="rect">
            <a:avLst/>
          </a:prstGeom>
        </p:spPr>
      </p:pic>
      <p:pic>
        <p:nvPicPr>
          <p:cNvPr id="81" name="Graphic 80" descr="Pie chart with solid fill">
            <a:extLst>
              <a:ext uri="{FF2B5EF4-FFF2-40B4-BE49-F238E27FC236}">
                <a16:creationId xmlns:a16="http://schemas.microsoft.com/office/drawing/2014/main" id="{6B79C3DC-6501-A4CF-AD7B-BAB4019A9A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13262" y="4446569"/>
            <a:ext cx="560962" cy="560962"/>
          </a:xfrm>
          <a:prstGeom prst="rect">
            <a:avLst/>
          </a:prstGeom>
        </p:spPr>
      </p:pic>
      <p:pic>
        <p:nvPicPr>
          <p:cNvPr id="83" name="Graphic 82" descr="Single gear with solid fill">
            <a:extLst>
              <a:ext uri="{FF2B5EF4-FFF2-40B4-BE49-F238E27FC236}">
                <a16:creationId xmlns:a16="http://schemas.microsoft.com/office/drawing/2014/main" id="{7B964B5B-F83A-F760-4BD3-8F71109490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6433" y="3986163"/>
            <a:ext cx="391899" cy="391899"/>
          </a:xfrm>
          <a:prstGeom prst="rect">
            <a:avLst/>
          </a:prstGeom>
        </p:spPr>
      </p:pic>
      <p:pic>
        <p:nvPicPr>
          <p:cNvPr id="85" name="Graphic 84" descr="Checkmark with solid fill">
            <a:extLst>
              <a:ext uri="{FF2B5EF4-FFF2-40B4-BE49-F238E27FC236}">
                <a16:creationId xmlns:a16="http://schemas.microsoft.com/office/drawing/2014/main" id="{95F0BD38-CCE7-45E6-43C0-80D70EDE46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8783" y="2590215"/>
            <a:ext cx="391957" cy="391957"/>
          </a:xfrm>
          <a:prstGeom prst="rect">
            <a:avLst/>
          </a:prstGeom>
        </p:spPr>
      </p:pic>
      <p:pic>
        <p:nvPicPr>
          <p:cNvPr id="87" name="Graphic 86" descr="Newspaper with solid fill">
            <a:extLst>
              <a:ext uri="{FF2B5EF4-FFF2-40B4-BE49-F238E27FC236}">
                <a16:creationId xmlns:a16="http://schemas.microsoft.com/office/drawing/2014/main" id="{EB820DC8-EC6B-D43D-1BAD-60F512098D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8175" y="3337610"/>
            <a:ext cx="320496" cy="320496"/>
          </a:xfrm>
          <a:prstGeom prst="rect">
            <a:avLst/>
          </a:prstGeom>
        </p:spPr>
      </p:pic>
      <p:pic>
        <p:nvPicPr>
          <p:cNvPr id="89" name="Graphic 88" descr="Warning with solid fill">
            <a:extLst>
              <a:ext uri="{FF2B5EF4-FFF2-40B4-BE49-F238E27FC236}">
                <a16:creationId xmlns:a16="http://schemas.microsoft.com/office/drawing/2014/main" id="{37494DBF-3535-EDBB-24DD-2AB76B5A9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4156" y="4642721"/>
            <a:ext cx="282264" cy="282264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8F4E6B75-3126-24FF-D2C1-A42D991E5EDD}"/>
              </a:ext>
            </a:extLst>
          </p:cNvPr>
          <p:cNvSpPr txBox="1"/>
          <p:nvPr/>
        </p:nvSpPr>
        <p:spPr>
          <a:xfrm>
            <a:off x="5004434" y="2138990"/>
            <a:ext cx="20979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Highly Imbalanced Dataset</a:t>
            </a:r>
            <a:endParaRPr lang="en-US" sz="11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2A94F9A-143E-36D1-AE3B-970C1303E305}"/>
              </a:ext>
            </a:extLst>
          </p:cNvPr>
          <p:cNvSpPr txBox="1"/>
          <p:nvPr/>
        </p:nvSpPr>
        <p:spPr>
          <a:xfrm>
            <a:off x="4385111" y="2395150"/>
            <a:ext cx="3448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Fraud represents only 0.58% of all transactions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4A08BFA-BB3D-1D10-880E-43E6306B2B8D}"/>
              </a:ext>
            </a:extLst>
          </p:cNvPr>
          <p:cNvSpPr txBox="1"/>
          <p:nvPr/>
        </p:nvSpPr>
        <p:spPr>
          <a:xfrm>
            <a:off x="4518056" y="4207738"/>
            <a:ext cx="34488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Class Imbalance will be handled using advanced techniques like SMOTE during model training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6F529A3-5E39-174E-7B85-EA70A46DFFCF}"/>
              </a:ext>
            </a:extLst>
          </p:cNvPr>
          <p:cNvSpPr/>
          <p:nvPr/>
        </p:nvSpPr>
        <p:spPr>
          <a:xfrm>
            <a:off x="4448782" y="3910519"/>
            <a:ext cx="3579779" cy="1014466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201F215E-9408-C3C2-F0A0-0A916F5471D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58051" y="2726119"/>
            <a:ext cx="4363439" cy="89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703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ABF23-B15B-679B-4B77-3267C7504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76DFB-DA5F-7DEA-ED28-061101292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0281" y="63088"/>
            <a:ext cx="7413709" cy="72745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TRANSACTION AMOUNT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F14CDC-2D88-8AC2-E29A-FBA013B87932}"/>
              </a:ext>
            </a:extLst>
          </p:cNvPr>
          <p:cNvSpPr txBox="1"/>
          <p:nvPr/>
        </p:nvSpPr>
        <p:spPr>
          <a:xfrm>
            <a:off x="1345681" y="1848085"/>
            <a:ext cx="23605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69A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Amount </a:t>
            </a:r>
            <a:r>
              <a:rPr lang="en-US" sz="1600" dirty="0">
                <a:solidFill>
                  <a:srgbClr val="169A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(Legit)</a:t>
            </a:r>
            <a:br>
              <a:rPr lang="en-US" sz="1600" dirty="0">
                <a:solidFill>
                  <a:srgbClr val="169A35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rgbClr val="169A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$87,234,340.29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C1ED60-5FB8-78B7-2B5F-C7800FC8BAF8}"/>
              </a:ext>
            </a:extLst>
          </p:cNvPr>
          <p:cNvSpPr/>
          <p:nvPr/>
        </p:nvSpPr>
        <p:spPr>
          <a:xfrm>
            <a:off x="7240619" y="1703400"/>
            <a:ext cx="4542819" cy="37029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CB785C3-C657-F4D5-3AFF-EDE539E7D505}"/>
              </a:ext>
            </a:extLst>
          </p:cNvPr>
          <p:cNvSpPr/>
          <p:nvPr/>
        </p:nvSpPr>
        <p:spPr>
          <a:xfrm>
            <a:off x="0" y="6212745"/>
            <a:ext cx="12192000" cy="645255"/>
          </a:xfrm>
          <a:prstGeom prst="rect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F185C2-BD5A-8C18-D322-2C8932E42EC2}"/>
              </a:ext>
            </a:extLst>
          </p:cNvPr>
          <p:cNvSpPr txBox="1"/>
          <p:nvPr/>
        </p:nvSpPr>
        <p:spPr>
          <a:xfrm>
            <a:off x="852789" y="855025"/>
            <a:ext cx="9156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Fraudulent transaction amounts are significantly higher, with a median of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$396.50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vs.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$47.28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for legitimate transactions—approximately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8.4×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higher.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C0A2A0-0942-6746-9046-CBD55888CFC3}"/>
              </a:ext>
            </a:extLst>
          </p:cNvPr>
          <p:cNvSpPr/>
          <p:nvPr/>
        </p:nvSpPr>
        <p:spPr>
          <a:xfrm>
            <a:off x="7234132" y="1721795"/>
            <a:ext cx="4542819" cy="356681"/>
          </a:xfrm>
          <a:prstGeom prst="rect">
            <a:avLst/>
          </a:prstGeom>
          <a:solidFill>
            <a:srgbClr val="0034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  AMOUNT STATISTICS BY CLASS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15FC97-D56C-308F-D42F-4C952E9E0C3D}"/>
              </a:ext>
            </a:extLst>
          </p:cNvPr>
          <p:cNvCxnSpPr>
            <a:cxnSpLocks/>
          </p:cNvCxnSpPr>
          <p:nvPr/>
        </p:nvCxnSpPr>
        <p:spPr>
          <a:xfrm rot="5400000">
            <a:off x="9513641" y="311297"/>
            <a:ext cx="0" cy="45720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11AD4E8-3B3A-4E88-96CF-4E97BBE85EE3}"/>
              </a:ext>
            </a:extLst>
          </p:cNvPr>
          <p:cNvCxnSpPr>
            <a:cxnSpLocks/>
          </p:cNvCxnSpPr>
          <p:nvPr/>
        </p:nvCxnSpPr>
        <p:spPr>
          <a:xfrm rot="5400000">
            <a:off x="9516886" y="904685"/>
            <a:ext cx="0" cy="45720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21055-68F9-2B18-97C5-0E86571542AE}"/>
              </a:ext>
            </a:extLst>
          </p:cNvPr>
          <p:cNvCxnSpPr>
            <a:cxnSpLocks/>
          </p:cNvCxnSpPr>
          <p:nvPr/>
        </p:nvCxnSpPr>
        <p:spPr>
          <a:xfrm rot="5400000">
            <a:off x="9516886" y="1475375"/>
            <a:ext cx="0" cy="45720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A4FCD2-5480-794C-2845-350CA4340744}"/>
              </a:ext>
            </a:extLst>
          </p:cNvPr>
          <p:cNvCxnSpPr>
            <a:cxnSpLocks/>
          </p:cNvCxnSpPr>
          <p:nvPr/>
        </p:nvCxnSpPr>
        <p:spPr>
          <a:xfrm rot="10800000">
            <a:off x="8080434" y="2073558"/>
            <a:ext cx="0" cy="1700784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83AC96-79E0-F5CB-E2E3-2E1C746F6AB5}"/>
              </a:ext>
            </a:extLst>
          </p:cNvPr>
          <p:cNvCxnSpPr>
            <a:cxnSpLocks/>
          </p:cNvCxnSpPr>
          <p:nvPr/>
        </p:nvCxnSpPr>
        <p:spPr>
          <a:xfrm rot="10800000">
            <a:off x="8835949" y="2070318"/>
            <a:ext cx="0" cy="1700784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3F7817A-C978-F047-8E8D-8F65C5A9F357}"/>
              </a:ext>
            </a:extLst>
          </p:cNvPr>
          <p:cNvCxnSpPr>
            <a:cxnSpLocks/>
          </p:cNvCxnSpPr>
          <p:nvPr/>
        </p:nvCxnSpPr>
        <p:spPr>
          <a:xfrm rot="10800000">
            <a:off x="9666039" y="2076803"/>
            <a:ext cx="0" cy="1700784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FEB3C36-E950-731D-E0AB-3C6A3D0081F9}"/>
              </a:ext>
            </a:extLst>
          </p:cNvPr>
          <p:cNvCxnSpPr>
            <a:cxnSpLocks/>
          </p:cNvCxnSpPr>
          <p:nvPr/>
        </p:nvCxnSpPr>
        <p:spPr>
          <a:xfrm rot="10800000">
            <a:off x="10330764" y="2083887"/>
            <a:ext cx="0" cy="1700784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CBE6923-388D-0235-9657-B85317E06F22}"/>
              </a:ext>
            </a:extLst>
          </p:cNvPr>
          <p:cNvCxnSpPr>
            <a:cxnSpLocks/>
          </p:cNvCxnSpPr>
          <p:nvPr/>
        </p:nvCxnSpPr>
        <p:spPr>
          <a:xfrm rot="10800000">
            <a:off x="11040891" y="2083887"/>
            <a:ext cx="0" cy="1700784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E1C5D90-221A-B016-8CC9-DCD0723FB2F0}"/>
              </a:ext>
            </a:extLst>
          </p:cNvPr>
          <p:cNvSpPr txBox="1"/>
          <p:nvPr/>
        </p:nvSpPr>
        <p:spPr>
          <a:xfrm>
            <a:off x="7286012" y="2205881"/>
            <a:ext cx="705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A2704C-4401-88C0-7B2A-7660CF2A788C}"/>
              </a:ext>
            </a:extLst>
          </p:cNvPr>
          <p:cNvSpPr txBox="1"/>
          <p:nvPr/>
        </p:nvSpPr>
        <p:spPr>
          <a:xfrm>
            <a:off x="8161489" y="2204233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598105-79DA-E789-6A2E-439A04ED071C}"/>
              </a:ext>
            </a:extLst>
          </p:cNvPr>
          <p:cNvSpPr txBox="1"/>
          <p:nvPr/>
        </p:nvSpPr>
        <p:spPr>
          <a:xfrm>
            <a:off x="8810013" y="2212371"/>
            <a:ext cx="790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MEDIAN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94579F-D62D-9F3E-8F6D-337B7FD1E0AE}"/>
              </a:ext>
            </a:extLst>
          </p:cNvPr>
          <p:cNvSpPr txBox="1"/>
          <p:nvPr/>
        </p:nvSpPr>
        <p:spPr>
          <a:xfrm>
            <a:off x="9730897" y="221885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STD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6908DC7-A2E4-F0BA-9A4A-D52404EA4B8B}"/>
              </a:ext>
            </a:extLst>
          </p:cNvPr>
          <p:cNvSpPr txBox="1"/>
          <p:nvPr/>
        </p:nvSpPr>
        <p:spPr>
          <a:xfrm>
            <a:off x="10411232" y="2225561"/>
            <a:ext cx="4667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099383-DEB0-0B37-0D05-CF9802A0D7F9}"/>
              </a:ext>
            </a:extLst>
          </p:cNvPr>
          <p:cNvSpPr txBox="1"/>
          <p:nvPr/>
        </p:nvSpPr>
        <p:spPr>
          <a:xfrm>
            <a:off x="11079798" y="2225341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9F19B26-4A74-5075-278F-872558B3B085}"/>
              </a:ext>
            </a:extLst>
          </p:cNvPr>
          <p:cNvSpPr txBox="1"/>
          <p:nvPr/>
        </p:nvSpPr>
        <p:spPr>
          <a:xfrm>
            <a:off x="7266557" y="2745152"/>
            <a:ext cx="7841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169A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Legit (0)</a:t>
            </a:r>
            <a:endParaRPr lang="en-US" sz="1200" dirty="0">
              <a:solidFill>
                <a:srgbClr val="169A3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2E921A4-5C65-63AC-9793-D71F6411F369}"/>
              </a:ext>
            </a:extLst>
          </p:cNvPr>
          <p:cNvSpPr txBox="1"/>
          <p:nvPr/>
        </p:nvSpPr>
        <p:spPr>
          <a:xfrm>
            <a:off x="7236775" y="3349186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Fraud (1)</a:t>
            </a:r>
            <a:endParaRPr 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4E7D236-25C6-2B19-FD09-17126F3807C2}"/>
              </a:ext>
            </a:extLst>
          </p:cNvPr>
          <p:cNvSpPr txBox="1"/>
          <p:nvPr/>
        </p:nvSpPr>
        <p:spPr>
          <a:xfrm>
            <a:off x="8093404" y="2741912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$67.67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C57A391-06AA-C754-33DB-FA71B6032514}"/>
              </a:ext>
            </a:extLst>
          </p:cNvPr>
          <p:cNvSpPr txBox="1"/>
          <p:nvPr/>
        </p:nvSpPr>
        <p:spPr>
          <a:xfrm>
            <a:off x="8129494" y="3349185"/>
            <a:ext cx="737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$531.32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FF7231F-0A08-E3B0-3038-F95E6053DE2F}"/>
              </a:ext>
            </a:extLst>
          </p:cNvPr>
          <p:cNvSpPr txBox="1"/>
          <p:nvPr/>
        </p:nvSpPr>
        <p:spPr>
          <a:xfrm>
            <a:off x="8875753" y="2741912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$47.28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3DC9D1C-E849-19CF-1E60-1BEE4856422A}"/>
              </a:ext>
            </a:extLst>
          </p:cNvPr>
          <p:cNvSpPr txBox="1"/>
          <p:nvPr/>
        </p:nvSpPr>
        <p:spPr>
          <a:xfrm>
            <a:off x="9639481" y="2745152"/>
            <a:ext cx="737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$154.01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3F1BE7E-A949-FDDB-E8BE-3B5C7C4A887C}"/>
              </a:ext>
            </a:extLst>
          </p:cNvPr>
          <p:cNvSpPr txBox="1"/>
          <p:nvPr/>
        </p:nvSpPr>
        <p:spPr>
          <a:xfrm>
            <a:off x="10349242" y="2743070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$1.00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82E326C-5122-1DC7-E404-15E0A7DC041B}"/>
              </a:ext>
            </a:extLst>
          </p:cNvPr>
          <p:cNvSpPr txBox="1"/>
          <p:nvPr/>
        </p:nvSpPr>
        <p:spPr>
          <a:xfrm>
            <a:off x="10948191" y="2745152"/>
            <a:ext cx="9509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$28,948.90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9C7DC63-C7BC-F89D-CE0C-E157BEC1975A}"/>
              </a:ext>
            </a:extLst>
          </p:cNvPr>
          <p:cNvSpPr txBox="1"/>
          <p:nvPr/>
        </p:nvSpPr>
        <p:spPr>
          <a:xfrm>
            <a:off x="8901375" y="3349184"/>
            <a:ext cx="737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$396.50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67AD7A0-61CB-F2B7-8EE7-D73049F93CE0}"/>
              </a:ext>
            </a:extLst>
          </p:cNvPr>
          <p:cNvSpPr txBox="1"/>
          <p:nvPr/>
        </p:nvSpPr>
        <p:spPr>
          <a:xfrm>
            <a:off x="9613662" y="3349183"/>
            <a:ext cx="737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$390.56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7D55DDE-3F82-783E-538A-F7302FADA85D}"/>
              </a:ext>
            </a:extLst>
          </p:cNvPr>
          <p:cNvSpPr txBox="1"/>
          <p:nvPr/>
        </p:nvSpPr>
        <p:spPr>
          <a:xfrm>
            <a:off x="10385889" y="3349182"/>
            <a:ext cx="567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$1.06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DCAF91A-88D0-5AF4-D01E-75447951E716}"/>
              </a:ext>
            </a:extLst>
          </p:cNvPr>
          <p:cNvSpPr txBox="1"/>
          <p:nvPr/>
        </p:nvSpPr>
        <p:spPr>
          <a:xfrm>
            <a:off x="10972431" y="3352913"/>
            <a:ext cx="8226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$1376.04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96B4EB69-D996-7271-CA0A-492836027327}"/>
              </a:ext>
            </a:extLst>
          </p:cNvPr>
          <p:cNvSpPr/>
          <p:nvPr/>
        </p:nvSpPr>
        <p:spPr>
          <a:xfrm>
            <a:off x="7444902" y="4001312"/>
            <a:ext cx="4161002" cy="126775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Insight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Fraudulent transactions have significantly higher amounts across most summary statistics</a:t>
            </a:r>
          </a:p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1A50E9B-BE44-EEB3-87C7-392BBFE10EAB}"/>
              </a:ext>
            </a:extLst>
          </p:cNvPr>
          <p:cNvSpPr txBox="1"/>
          <p:nvPr/>
        </p:nvSpPr>
        <p:spPr>
          <a:xfrm>
            <a:off x="4228267" y="1880512"/>
            <a:ext cx="2428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Amount </a:t>
            </a: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(Fraud)</a:t>
            </a:r>
            <a:b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$3,988,088.61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037865FD-5FA6-93ED-1E95-0F224653BB7A}"/>
              </a:ext>
            </a:extLst>
          </p:cNvPr>
          <p:cNvSpPr/>
          <p:nvPr/>
        </p:nvSpPr>
        <p:spPr>
          <a:xfrm>
            <a:off x="814287" y="1653507"/>
            <a:ext cx="5651354" cy="1024998"/>
          </a:xfrm>
          <a:prstGeom prst="round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C5D59C6-FF58-C387-153D-07C5F0B1D97C}"/>
              </a:ext>
            </a:extLst>
          </p:cNvPr>
          <p:cNvCxnSpPr>
            <a:cxnSpLocks/>
          </p:cNvCxnSpPr>
          <p:nvPr/>
        </p:nvCxnSpPr>
        <p:spPr>
          <a:xfrm rot="10800000">
            <a:off x="3907270" y="1676138"/>
            <a:ext cx="0" cy="100584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78EF48C9-BD4B-99F0-2E16-0FF33A28DA4C}"/>
              </a:ext>
            </a:extLst>
          </p:cNvPr>
          <p:cNvSpPr/>
          <p:nvPr/>
        </p:nvSpPr>
        <p:spPr>
          <a:xfrm>
            <a:off x="811044" y="799943"/>
            <a:ext cx="9198303" cy="727455"/>
          </a:xfrm>
          <a:prstGeom prst="round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827124C1-1AD8-2244-5167-69796968E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72" y="2678506"/>
            <a:ext cx="5380941" cy="341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80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CB47B-AB7B-4765-BCB4-57680521F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FA7A-C493-C2A3-EAB3-0F90EC941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0281" y="63088"/>
            <a:ext cx="7413709" cy="72745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TIME PATTERN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A82A2C-664C-9094-4976-8B62316FD3F0}"/>
              </a:ext>
            </a:extLst>
          </p:cNvPr>
          <p:cNvSpPr txBox="1"/>
          <p:nvPr/>
        </p:nvSpPr>
        <p:spPr>
          <a:xfrm>
            <a:off x="877057" y="5217663"/>
            <a:ext cx="1579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PEAK RISK HOURS</a:t>
            </a:r>
            <a:endParaRPr lang="en-US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B4758E-7F90-EB74-D9CE-0DB3F63DB81F}"/>
              </a:ext>
            </a:extLst>
          </p:cNvPr>
          <p:cNvSpPr/>
          <p:nvPr/>
        </p:nvSpPr>
        <p:spPr>
          <a:xfrm>
            <a:off x="7240619" y="1703400"/>
            <a:ext cx="4542819" cy="1487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8F277E7-69FB-AFBB-436E-C4D5C4E6AEC0}"/>
              </a:ext>
            </a:extLst>
          </p:cNvPr>
          <p:cNvSpPr/>
          <p:nvPr/>
        </p:nvSpPr>
        <p:spPr>
          <a:xfrm>
            <a:off x="0" y="6212745"/>
            <a:ext cx="12192000" cy="645255"/>
          </a:xfrm>
          <a:prstGeom prst="rect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B8C98C-1335-362C-5CD2-4CEE9586F206}"/>
              </a:ext>
            </a:extLst>
          </p:cNvPr>
          <p:cNvSpPr txBox="1"/>
          <p:nvPr/>
        </p:nvSpPr>
        <p:spPr>
          <a:xfrm>
            <a:off x="852789" y="893936"/>
            <a:ext cx="9156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Fraud is highly concentrated at night, with 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2.087%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fraud rate from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10 PM – 3 AM , 18.09X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higher than day time.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371363-4897-E692-95B2-D67EFB3BC935}"/>
              </a:ext>
            </a:extLst>
          </p:cNvPr>
          <p:cNvSpPr/>
          <p:nvPr/>
        </p:nvSpPr>
        <p:spPr>
          <a:xfrm>
            <a:off x="7234132" y="1721795"/>
            <a:ext cx="4542819" cy="356681"/>
          </a:xfrm>
          <a:prstGeom prst="rect">
            <a:avLst/>
          </a:prstGeom>
          <a:solidFill>
            <a:srgbClr val="0034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 NIGHT  |  10 PM – 3 AM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350AED5-A9C1-BB6D-12F6-3B983F3683A5}"/>
              </a:ext>
            </a:extLst>
          </p:cNvPr>
          <p:cNvCxnSpPr>
            <a:cxnSpLocks/>
          </p:cNvCxnSpPr>
          <p:nvPr/>
        </p:nvCxnSpPr>
        <p:spPr>
          <a:xfrm rot="5400000">
            <a:off x="9516886" y="904685"/>
            <a:ext cx="0" cy="457200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65D724C-75CC-A57E-DF1A-23FE32D180ED}"/>
              </a:ext>
            </a:extLst>
          </p:cNvPr>
          <p:cNvCxnSpPr>
            <a:cxnSpLocks/>
          </p:cNvCxnSpPr>
          <p:nvPr/>
        </p:nvCxnSpPr>
        <p:spPr>
          <a:xfrm rot="10800000">
            <a:off x="9666039" y="2083673"/>
            <a:ext cx="0" cy="109728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5842DDC-263B-1B48-A771-B27B22527068}"/>
              </a:ext>
            </a:extLst>
          </p:cNvPr>
          <p:cNvSpPr txBox="1"/>
          <p:nvPr/>
        </p:nvSpPr>
        <p:spPr>
          <a:xfrm>
            <a:off x="10244518" y="2198457"/>
            <a:ext cx="11331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304,882</a:t>
            </a:r>
            <a:b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Transactions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6A1F790-738C-78E7-7F76-6C65AC724E33}"/>
              </a:ext>
            </a:extLst>
          </p:cNvPr>
          <p:cNvSpPr txBox="1"/>
          <p:nvPr/>
        </p:nvSpPr>
        <p:spPr>
          <a:xfrm>
            <a:off x="7720596" y="2344701"/>
            <a:ext cx="15039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2.087% </a:t>
            </a:r>
            <a:b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Fraud Rate</a:t>
            </a:r>
            <a:endParaRPr lang="en-US" sz="1200" dirty="0">
              <a:solidFill>
                <a:srgbClr val="0034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4F395E3-E655-2776-774C-C41C8A8C6B83}"/>
              </a:ext>
            </a:extLst>
          </p:cNvPr>
          <p:cNvSpPr txBox="1"/>
          <p:nvPr/>
        </p:nvSpPr>
        <p:spPr>
          <a:xfrm>
            <a:off x="10249719" y="2653404"/>
            <a:ext cx="1080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6,362</a:t>
            </a:r>
            <a:b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Fraud cases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875FD41-DB33-6B8A-6C11-D98070871BA2}"/>
              </a:ext>
            </a:extLst>
          </p:cNvPr>
          <p:cNvSpPr txBox="1"/>
          <p:nvPr/>
        </p:nvSpPr>
        <p:spPr>
          <a:xfrm>
            <a:off x="2460116" y="5104366"/>
            <a:ext cx="1867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PM</a:t>
            </a:r>
          </a:p>
          <a:p>
            <a:pPr algn="ctr"/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2.88%</a:t>
            </a:r>
          </a:p>
          <a:p>
            <a:pPr algn="ctr"/>
            <a:r>
              <a:rPr lang="en-US" sz="16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1,931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Fraud Trans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BAE1D46F-5F45-F1B9-98AD-29A0FB1DD30E}"/>
              </a:ext>
            </a:extLst>
          </p:cNvPr>
          <p:cNvSpPr/>
          <p:nvPr/>
        </p:nvSpPr>
        <p:spPr>
          <a:xfrm>
            <a:off x="545781" y="4974847"/>
            <a:ext cx="5651354" cy="1024998"/>
          </a:xfrm>
          <a:prstGeom prst="round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1AE03C7-BE2C-3AF3-4892-A9502ED05E98}"/>
              </a:ext>
            </a:extLst>
          </p:cNvPr>
          <p:cNvCxnSpPr>
            <a:cxnSpLocks/>
          </p:cNvCxnSpPr>
          <p:nvPr/>
        </p:nvCxnSpPr>
        <p:spPr>
          <a:xfrm rot="10800000">
            <a:off x="2425388" y="5016945"/>
            <a:ext cx="0" cy="100584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B7533C76-D656-F826-E5A3-6BC82DCA5D81}"/>
              </a:ext>
            </a:extLst>
          </p:cNvPr>
          <p:cNvSpPr/>
          <p:nvPr/>
        </p:nvSpPr>
        <p:spPr>
          <a:xfrm>
            <a:off x="811044" y="799943"/>
            <a:ext cx="9198303" cy="727455"/>
          </a:xfrm>
          <a:prstGeom prst="round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78D651-E0BF-C497-8D6C-F2B8C14879E8}"/>
              </a:ext>
            </a:extLst>
          </p:cNvPr>
          <p:cNvSpPr/>
          <p:nvPr/>
        </p:nvSpPr>
        <p:spPr>
          <a:xfrm>
            <a:off x="7240618" y="4227278"/>
            <a:ext cx="4542819" cy="14872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99AF46-C922-3967-D748-23BB2C9ABCDB}"/>
              </a:ext>
            </a:extLst>
          </p:cNvPr>
          <p:cNvSpPr/>
          <p:nvPr/>
        </p:nvSpPr>
        <p:spPr>
          <a:xfrm>
            <a:off x="7237377" y="4234770"/>
            <a:ext cx="4542819" cy="356681"/>
          </a:xfrm>
          <a:prstGeom prst="rect">
            <a:avLst/>
          </a:prstGeom>
          <a:solidFill>
            <a:srgbClr val="EAB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DAY  |  4 AM – 9 PM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546FF52-8D6C-F455-3FC2-4A7FCD096470}"/>
              </a:ext>
            </a:extLst>
          </p:cNvPr>
          <p:cNvCxnSpPr>
            <a:cxnSpLocks/>
          </p:cNvCxnSpPr>
          <p:nvPr/>
        </p:nvCxnSpPr>
        <p:spPr>
          <a:xfrm rot="10800000">
            <a:off x="9666027" y="4603124"/>
            <a:ext cx="0" cy="109728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692E461-B919-BD64-5EC5-275FF4BB17E3}"/>
              </a:ext>
            </a:extLst>
          </p:cNvPr>
          <p:cNvSpPr txBox="1"/>
          <p:nvPr/>
        </p:nvSpPr>
        <p:spPr>
          <a:xfrm>
            <a:off x="7720596" y="4811979"/>
            <a:ext cx="14841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EAB2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0.115% </a:t>
            </a:r>
            <a:b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Fraud Rate</a:t>
            </a:r>
            <a:endParaRPr lang="en-US" sz="1200" dirty="0">
              <a:solidFill>
                <a:srgbClr val="0034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BD026F-CF03-8C51-11F6-A224AA09D2E4}"/>
              </a:ext>
            </a:extLst>
          </p:cNvPr>
          <p:cNvSpPr txBox="1"/>
          <p:nvPr/>
        </p:nvSpPr>
        <p:spPr>
          <a:xfrm>
            <a:off x="10304391" y="4709584"/>
            <a:ext cx="11331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991,793</a:t>
            </a:r>
            <a:b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Transactions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F6492C-4648-5CB2-3493-8ACA99237733}"/>
              </a:ext>
            </a:extLst>
          </p:cNvPr>
          <p:cNvSpPr txBox="1"/>
          <p:nvPr/>
        </p:nvSpPr>
        <p:spPr>
          <a:xfrm>
            <a:off x="10304391" y="5166378"/>
            <a:ext cx="10807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1,144</a:t>
            </a:r>
            <a:b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Fraud cases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Graphic 31" descr="Sun with solid fill">
            <a:extLst>
              <a:ext uri="{FF2B5EF4-FFF2-40B4-BE49-F238E27FC236}">
                <a16:creationId xmlns:a16="http://schemas.microsoft.com/office/drawing/2014/main" id="{EEF85DB7-EDEB-FAAB-B6B9-107752293E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97162" y="4267827"/>
            <a:ext cx="331116" cy="331116"/>
          </a:xfrm>
          <a:prstGeom prst="rect">
            <a:avLst/>
          </a:prstGeom>
        </p:spPr>
      </p:pic>
      <p:pic>
        <p:nvPicPr>
          <p:cNvPr id="34" name="Graphic 33" descr="Stars with solid fill">
            <a:extLst>
              <a:ext uri="{FF2B5EF4-FFF2-40B4-BE49-F238E27FC236}">
                <a16:creationId xmlns:a16="http://schemas.microsoft.com/office/drawing/2014/main" id="{BBC106E7-1CB7-5A6C-036B-6005F6D41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1078" y="1674465"/>
            <a:ext cx="457200" cy="4572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5184D1-B4A7-63B5-159C-72E113A2E519}"/>
              </a:ext>
            </a:extLst>
          </p:cNvPr>
          <p:cNvSpPr txBox="1"/>
          <p:nvPr/>
        </p:nvSpPr>
        <p:spPr>
          <a:xfrm>
            <a:off x="8930067" y="3375529"/>
            <a:ext cx="15183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18.09X </a:t>
            </a:r>
            <a:b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Higher </a:t>
            </a:r>
            <a:r>
              <a:rPr lang="en-US" sz="12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Fraud Rate</a:t>
            </a:r>
            <a:endParaRPr lang="en-US" sz="1200" dirty="0">
              <a:solidFill>
                <a:srgbClr val="0034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857C296-D3F4-A3AF-5D2A-5646F1CD9EFE}"/>
              </a:ext>
            </a:extLst>
          </p:cNvPr>
          <p:cNvCxnSpPr>
            <a:cxnSpLocks/>
          </p:cNvCxnSpPr>
          <p:nvPr/>
        </p:nvCxnSpPr>
        <p:spPr>
          <a:xfrm rot="10800000">
            <a:off x="4464900" y="5025643"/>
            <a:ext cx="0" cy="100584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1C36550-4044-CCB9-68C9-F9F9AC30305A}"/>
              </a:ext>
            </a:extLst>
          </p:cNvPr>
          <p:cNvSpPr txBox="1"/>
          <p:nvPr/>
        </p:nvSpPr>
        <p:spPr>
          <a:xfrm>
            <a:off x="4424723" y="5113064"/>
            <a:ext cx="18673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PM</a:t>
            </a:r>
          </a:p>
          <a:p>
            <a:pPr algn="ctr"/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2.84%</a:t>
            </a:r>
          </a:p>
          <a:p>
            <a:pPr algn="ctr"/>
            <a:r>
              <a:rPr lang="en-US" sz="16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1,904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Fraud Trans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138DFEC6-745F-80C6-B06D-A06A89B91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81" y="1640695"/>
            <a:ext cx="6170165" cy="312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871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D84EE-7D64-BFC7-9885-12434638C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CFAC7-4D59-BCC1-E110-D39E16AFA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0281" y="63088"/>
            <a:ext cx="7413709" cy="72745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TRANSACTION VELOCITY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DD3281-B5C3-C770-BE39-8102F40717B1}"/>
              </a:ext>
            </a:extLst>
          </p:cNvPr>
          <p:cNvSpPr txBox="1"/>
          <p:nvPr/>
        </p:nvSpPr>
        <p:spPr>
          <a:xfrm>
            <a:off x="811044" y="5062023"/>
            <a:ext cx="296977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21.69%</a:t>
            </a:r>
            <a:b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HIGH-VELOCITY FRAUD RATE</a:t>
            </a:r>
            <a:br>
              <a:rPr lang="en-US" sz="1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(4-5 Prior Transaction/hour)</a:t>
            </a:r>
            <a:br>
              <a:rPr lang="en-US" sz="1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581 transactions | 126 fraud</a:t>
            </a:r>
            <a:endParaRPr lang="en-US" sz="1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B4E98EF-E42F-5F54-5EDE-69D1FB1244F0}"/>
              </a:ext>
            </a:extLst>
          </p:cNvPr>
          <p:cNvSpPr/>
          <p:nvPr/>
        </p:nvSpPr>
        <p:spPr>
          <a:xfrm>
            <a:off x="0" y="6212745"/>
            <a:ext cx="12192000" cy="645255"/>
          </a:xfrm>
          <a:prstGeom prst="rect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51F716-C57A-55E4-BD57-6D5EA7C04983}"/>
              </a:ext>
            </a:extLst>
          </p:cNvPr>
          <p:cNvSpPr txBox="1"/>
          <p:nvPr/>
        </p:nvSpPr>
        <p:spPr>
          <a:xfrm>
            <a:off x="852789" y="893936"/>
            <a:ext cx="9156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Fraud risk rises sharply with repeated card usage: transactions with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4–5 prior transactions in one hour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show 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21.69% fraud rate vs. 0.39%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with no prior transactions — 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55.45× increase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E93825F-3715-6F98-45A7-08C8FC3D61B0}"/>
              </a:ext>
            </a:extLst>
          </p:cNvPr>
          <p:cNvSpPr txBox="1"/>
          <p:nvPr/>
        </p:nvSpPr>
        <p:spPr>
          <a:xfrm>
            <a:off x="4697478" y="5104366"/>
            <a:ext cx="25593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.39%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lang="en-US" sz="1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FRAUD RATE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(0 Prior Transaction/hour)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1.1 M transactions | 4,240 fraud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54AA93EF-62C8-E9A8-E061-0CF2F45944FA}"/>
              </a:ext>
            </a:extLst>
          </p:cNvPr>
          <p:cNvSpPr/>
          <p:nvPr/>
        </p:nvSpPr>
        <p:spPr>
          <a:xfrm>
            <a:off x="545780" y="4974847"/>
            <a:ext cx="10822607" cy="1024998"/>
          </a:xfrm>
          <a:prstGeom prst="round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E7A2ED2-68B4-90A4-E65A-6FF2CD120BA0}"/>
              </a:ext>
            </a:extLst>
          </p:cNvPr>
          <p:cNvCxnSpPr>
            <a:cxnSpLocks/>
          </p:cNvCxnSpPr>
          <p:nvPr/>
        </p:nvCxnSpPr>
        <p:spPr>
          <a:xfrm rot="10800000">
            <a:off x="3891022" y="5016945"/>
            <a:ext cx="0" cy="100584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EE768FAC-C9C7-6525-CAFF-4E4A18ADDB15}"/>
              </a:ext>
            </a:extLst>
          </p:cNvPr>
          <p:cNvSpPr/>
          <p:nvPr/>
        </p:nvSpPr>
        <p:spPr>
          <a:xfrm>
            <a:off x="811044" y="799943"/>
            <a:ext cx="9198303" cy="727455"/>
          </a:xfrm>
          <a:prstGeom prst="round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 descr="Sun with solid fill">
            <a:extLst>
              <a:ext uri="{FF2B5EF4-FFF2-40B4-BE49-F238E27FC236}">
                <a16:creationId xmlns:a16="http://schemas.microsoft.com/office/drawing/2014/main" id="{6E1938DE-2F7E-305B-3308-4B1928563D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97162" y="4267827"/>
            <a:ext cx="331116" cy="331116"/>
          </a:xfrm>
          <a:prstGeom prst="rect">
            <a:avLst/>
          </a:prstGeom>
        </p:spPr>
      </p:pic>
      <p:pic>
        <p:nvPicPr>
          <p:cNvPr id="34" name="Graphic 33" descr="Stars with solid fill">
            <a:extLst>
              <a:ext uri="{FF2B5EF4-FFF2-40B4-BE49-F238E27FC236}">
                <a16:creationId xmlns:a16="http://schemas.microsoft.com/office/drawing/2014/main" id="{F27A151D-2D59-298F-ED13-E47F16B9BB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1078" y="1674465"/>
            <a:ext cx="457200" cy="457200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B092545-4C3B-BC03-5212-C9EBB6A237B1}"/>
              </a:ext>
            </a:extLst>
          </p:cNvPr>
          <p:cNvCxnSpPr>
            <a:cxnSpLocks/>
          </p:cNvCxnSpPr>
          <p:nvPr/>
        </p:nvCxnSpPr>
        <p:spPr>
          <a:xfrm rot="10800000">
            <a:off x="7694478" y="5025643"/>
            <a:ext cx="0" cy="100584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CA070AA-774F-108B-06D7-91CBCEBAF59B}"/>
              </a:ext>
            </a:extLst>
          </p:cNvPr>
          <p:cNvSpPr txBox="1"/>
          <p:nvPr/>
        </p:nvSpPr>
        <p:spPr>
          <a:xfrm>
            <a:off x="8683557" y="5113064"/>
            <a:ext cx="231668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55.45 x</a:t>
            </a:r>
            <a:br>
              <a:rPr lang="en-US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RELATIVE RISK INCREASE</a:t>
            </a:r>
            <a:br>
              <a:rPr lang="en-US" sz="10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(21.69% VS 0.39%)</a:t>
            </a:r>
            <a:br>
              <a:rPr lang="en-US" sz="10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b="1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observed fraud rate</a:t>
            </a:r>
            <a:endParaRPr lang="en-US" sz="1000" dirty="0">
              <a:solidFill>
                <a:srgbClr val="0034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68FDBE-2278-F91C-665E-22380DA23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082" y="1779239"/>
            <a:ext cx="4202221" cy="28950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AD1E44-8567-7EE6-9681-C7B50433C9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6547" y="1779239"/>
            <a:ext cx="4536405" cy="289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67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B2AB5-2A5E-7BD5-04B4-FCB2E0C51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F56E7-6FD6-0C95-217A-0A7980C09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0281" y="63088"/>
            <a:ext cx="7413709" cy="72745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CUSTOMER SPENDING HABIT ANALYSIS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C37B3E7-D7BD-9B6D-DC36-C8459DEE29F3}"/>
              </a:ext>
            </a:extLst>
          </p:cNvPr>
          <p:cNvSpPr/>
          <p:nvPr/>
        </p:nvSpPr>
        <p:spPr>
          <a:xfrm>
            <a:off x="0" y="6212745"/>
            <a:ext cx="12192000" cy="645255"/>
          </a:xfrm>
          <a:prstGeom prst="rect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Sun with solid fill">
            <a:extLst>
              <a:ext uri="{FF2B5EF4-FFF2-40B4-BE49-F238E27FC236}">
                <a16:creationId xmlns:a16="http://schemas.microsoft.com/office/drawing/2014/main" id="{B5C74FD9-091F-4EAC-8C83-29D5CE098C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97162" y="4267827"/>
            <a:ext cx="331116" cy="331116"/>
          </a:xfrm>
          <a:prstGeom prst="rect">
            <a:avLst/>
          </a:prstGeom>
        </p:spPr>
      </p:pic>
      <p:pic>
        <p:nvPicPr>
          <p:cNvPr id="34" name="Graphic 33" descr="Stars with solid fill">
            <a:extLst>
              <a:ext uri="{FF2B5EF4-FFF2-40B4-BE49-F238E27FC236}">
                <a16:creationId xmlns:a16="http://schemas.microsoft.com/office/drawing/2014/main" id="{26867F4C-F84C-2A93-D072-4D7CD2C4A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1078" y="1674465"/>
            <a:ext cx="457200" cy="45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100B4E-F305-ADEC-8CF6-8E8F47D189BE}"/>
              </a:ext>
            </a:extLst>
          </p:cNvPr>
          <p:cNvSpPr txBox="1"/>
          <p:nvPr/>
        </p:nvSpPr>
        <p:spPr>
          <a:xfrm>
            <a:off x="1005189" y="5261654"/>
            <a:ext cx="96563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KEY TAKEAWAY: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High spending alone is not a strong fraud indicator; top spenders had a 0.124% fraud rate vs. 0.579% overall. Combining customer spending patterns, merchant category, transaction amount, velocity, and timing provides stronger signals for identifying high-risk transactions.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E1E70C-9FD2-21CC-4FE4-BBD51480C68B}"/>
              </a:ext>
            </a:extLst>
          </p:cNvPr>
          <p:cNvSpPr/>
          <p:nvPr/>
        </p:nvSpPr>
        <p:spPr>
          <a:xfrm>
            <a:off x="719846" y="5149296"/>
            <a:ext cx="11115474" cy="1028166"/>
          </a:xfrm>
          <a:prstGeom prst="round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86892A2-1CAB-CE81-8045-308F6AD9D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567" y="1705567"/>
            <a:ext cx="5200087" cy="34381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8DAC403-C5AD-4299-2D08-2E0D65D7F6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189" y="1695787"/>
            <a:ext cx="5768025" cy="3359355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E1F972A-EF52-DAD9-372B-E11DD8D477D6}"/>
              </a:ext>
            </a:extLst>
          </p:cNvPr>
          <p:cNvSpPr/>
          <p:nvPr/>
        </p:nvSpPr>
        <p:spPr>
          <a:xfrm>
            <a:off x="719846" y="649286"/>
            <a:ext cx="11115473" cy="1025179"/>
          </a:xfrm>
          <a:prstGeom prst="round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926F27-00EA-5DF5-7891-D8243732A277}"/>
              </a:ext>
            </a:extLst>
          </p:cNvPr>
          <p:cNvSpPr txBox="1"/>
          <p:nvPr/>
        </p:nvSpPr>
        <p:spPr>
          <a:xfrm>
            <a:off x="1435470" y="824200"/>
            <a:ext cx="3097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SPENDING CONCENTRATION</a:t>
            </a:r>
          </a:p>
          <a:p>
            <a:pPr algn="ctr"/>
            <a:r>
              <a:rPr lang="en-US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27.4% </a:t>
            </a:r>
            <a:r>
              <a:rPr lang="en-US" sz="12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customers account for </a:t>
            </a:r>
            <a:r>
              <a:rPr lang="en-US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50% of total spending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853ADA-98C5-6589-40EC-2C0FBAF724EE}"/>
              </a:ext>
            </a:extLst>
          </p:cNvPr>
          <p:cNvSpPr txBox="1"/>
          <p:nvPr/>
        </p:nvSpPr>
        <p:spPr>
          <a:xfrm>
            <a:off x="5053750" y="804111"/>
            <a:ext cx="3097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10 CUSTOMER FRAUD RATE</a:t>
            </a:r>
          </a:p>
          <a:p>
            <a:pPr algn="ctr"/>
            <a:r>
              <a:rPr lang="en-US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0.124%</a:t>
            </a:r>
            <a:r>
              <a:rPr lang="en-US" sz="12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2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(vs 0.579% overall fraud rate)</a:t>
            </a:r>
          </a:p>
        </p:txBody>
      </p:sp>
      <p:pic>
        <p:nvPicPr>
          <p:cNvPr id="26" name="Graphic 25" descr="Pie chart with solid fill">
            <a:extLst>
              <a:ext uri="{FF2B5EF4-FFF2-40B4-BE49-F238E27FC236}">
                <a16:creationId xmlns:a16="http://schemas.microsoft.com/office/drawing/2014/main" id="{E4683E95-1016-81FE-BD56-40032C8D78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9747" y="882051"/>
            <a:ext cx="457200" cy="4572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D787F67F-C9E4-5222-0FF8-A1B1FF1843F8}"/>
              </a:ext>
            </a:extLst>
          </p:cNvPr>
          <p:cNvSpPr/>
          <p:nvPr/>
        </p:nvSpPr>
        <p:spPr>
          <a:xfrm>
            <a:off x="1013938" y="886568"/>
            <a:ext cx="421532" cy="416661"/>
          </a:xfrm>
          <a:prstGeom prst="ellipse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Graphic 29" descr="Users with solid fill">
            <a:extLst>
              <a:ext uri="{FF2B5EF4-FFF2-40B4-BE49-F238E27FC236}">
                <a16:creationId xmlns:a16="http://schemas.microsoft.com/office/drawing/2014/main" id="{A89085C4-F6BD-FDB4-0B48-5F9704573C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3938" y="882051"/>
            <a:ext cx="439800" cy="43980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3043680-BE81-544F-B72D-840FCB883724}"/>
              </a:ext>
            </a:extLst>
          </p:cNvPr>
          <p:cNvCxnSpPr>
            <a:cxnSpLocks/>
          </p:cNvCxnSpPr>
          <p:nvPr/>
        </p:nvCxnSpPr>
        <p:spPr>
          <a:xfrm rot="10800000">
            <a:off x="4546020" y="633090"/>
            <a:ext cx="0" cy="100584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740C5FD-886A-BC93-BBF3-8F6088D0596B}"/>
              </a:ext>
            </a:extLst>
          </p:cNvPr>
          <p:cNvCxnSpPr>
            <a:cxnSpLocks/>
          </p:cNvCxnSpPr>
          <p:nvPr/>
        </p:nvCxnSpPr>
        <p:spPr>
          <a:xfrm rot="10800000">
            <a:off x="8274959" y="649286"/>
            <a:ext cx="0" cy="100584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6D03AF3-309A-D842-E1B9-D765F0B8E4F9}"/>
              </a:ext>
            </a:extLst>
          </p:cNvPr>
          <p:cNvSpPr txBox="1"/>
          <p:nvPr/>
        </p:nvSpPr>
        <p:spPr>
          <a:xfrm>
            <a:off x="8756474" y="824200"/>
            <a:ext cx="3097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High-spending customers </a:t>
            </a:r>
            <a:r>
              <a:rPr lang="en-US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low fraud risk (0.124%)</a:t>
            </a:r>
            <a:r>
              <a:rPr lang="en-US" sz="1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</a:t>
            </a:r>
            <a:r>
              <a:rPr lang="en-US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27.4% of customers drive 50% of total spending</a:t>
            </a:r>
            <a:r>
              <a:rPr lang="en-US" sz="1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65D117D-6A2B-6FA2-467F-1D900778527C}"/>
              </a:ext>
            </a:extLst>
          </p:cNvPr>
          <p:cNvSpPr/>
          <p:nvPr/>
        </p:nvSpPr>
        <p:spPr>
          <a:xfrm>
            <a:off x="8362720" y="882051"/>
            <a:ext cx="421532" cy="416661"/>
          </a:xfrm>
          <a:prstGeom prst="ellipse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Graphic 41" descr="Lightbulb and gear with solid fill">
            <a:extLst>
              <a:ext uri="{FF2B5EF4-FFF2-40B4-BE49-F238E27FC236}">
                <a16:creationId xmlns:a16="http://schemas.microsoft.com/office/drawing/2014/main" id="{18FF7C31-9354-1D47-4828-9785CF85AB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65962" y="853473"/>
            <a:ext cx="453958" cy="45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420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47884-E093-CDD0-B1E2-ED989D406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BBDFB-D8AC-E928-E6B4-C294C9A78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0281" y="63088"/>
            <a:ext cx="7413709" cy="72745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GEO SPATIAL METRIC ANALYSIS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8B88F3E-4B0F-6973-4A2E-7CB9E4586978}"/>
              </a:ext>
            </a:extLst>
          </p:cNvPr>
          <p:cNvSpPr/>
          <p:nvPr/>
        </p:nvSpPr>
        <p:spPr>
          <a:xfrm>
            <a:off x="0" y="6212745"/>
            <a:ext cx="12192000" cy="645255"/>
          </a:xfrm>
          <a:prstGeom prst="rect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9F9BDD-BECC-7F77-DD71-A7DA31C7C613}"/>
              </a:ext>
            </a:extLst>
          </p:cNvPr>
          <p:cNvSpPr txBox="1"/>
          <p:nvPr/>
        </p:nvSpPr>
        <p:spPr>
          <a:xfrm>
            <a:off x="852789" y="893936"/>
            <a:ext cx="91565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Implied travel speed estimates how fast a cardholder would need to travel between two consecutive transaction locations, based on the distance traveled and time between transactions. Unusually high speeds can indicate geographically impossible or suspicious card activity.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0D63CF56-9481-53E8-BDD7-F88612718FF4}"/>
              </a:ext>
            </a:extLst>
          </p:cNvPr>
          <p:cNvSpPr/>
          <p:nvPr/>
        </p:nvSpPr>
        <p:spPr>
          <a:xfrm>
            <a:off x="811044" y="799943"/>
            <a:ext cx="9198303" cy="903248"/>
          </a:xfrm>
          <a:prstGeom prst="round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 descr="Sun with solid fill">
            <a:extLst>
              <a:ext uri="{FF2B5EF4-FFF2-40B4-BE49-F238E27FC236}">
                <a16:creationId xmlns:a16="http://schemas.microsoft.com/office/drawing/2014/main" id="{41525CBF-BDBF-5832-8EB8-233B95BD10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97162" y="4267827"/>
            <a:ext cx="331116" cy="331116"/>
          </a:xfrm>
          <a:prstGeom prst="rect">
            <a:avLst/>
          </a:prstGeom>
        </p:spPr>
      </p:pic>
      <p:pic>
        <p:nvPicPr>
          <p:cNvPr id="34" name="Graphic 33" descr="Stars with solid fill">
            <a:extLst>
              <a:ext uri="{FF2B5EF4-FFF2-40B4-BE49-F238E27FC236}">
                <a16:creationId xmlns:a16="http://schemas.microsoft.com/office/drawing/2014/main" id="{38EF95D7-68CA-7B10-EAAA-8C709BF3AA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1078" y="1674465"/>
            <a:ext cx="457200" cy="4572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58E60B-6867-E557-9510-3AF9637807FA}"/>
              </a:ext>
            </a:extLst>
          </p:cNvPr>
          <p:cNvSpPr/>
          <p:nvPr/>
        </p:nvSpPr>
        <p:spPr>
          <a:xfrm>
            <a:off x="852789" y="5012939"/>
            <a:ext cx="9198303" cy="903248"/>
          </a:xfrm>
          <a:prstGeom prst="round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C6CC33-B44B-4B1A-6856-777300825B56}"/>
              </a:ext>
            </a:extLst>
          </p:cNvPr>
          <p:cNvSpPr txBox="1"/>
          <p:nvPr/>
        </p:nvSpPr>
        <p:spPr>
          <a:xfrm>
            <a:off x="1005189" y="5047639"/>
            <a:ext cx="91565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Insight: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Transactions in the </a:t>
            </a:r>
            <a:r>
              <a:rPr lang="en-US" sz="1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500+ mph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category have a </a:t>
            </a:r>
            <a:r>
              <a:rPr lang="en-US" sz="1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2.258% fraud rate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~3.90X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overall fraud rate of </a:t>
            </a:r>
            <a:r>
              <a:rPr lang="en-US" sz="1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0.579%.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suggests unusually rapid geographic movement between consecutive transactions may be a valuable fraud-detection feature.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3FFFE5-4B40-AD93-D06A-40F6EB962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8745" y="1724933"/>
            <a:ext cx="6368923" cy="326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31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A5842-9F33-2EF3-AD0E-4A2968FA0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3CC4F-CDDF-6A60-5508-0D1C1BD8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413" y="63088"/>
            <a:ext cx="7989651" cy="72745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EDA INSIGHTS → FEATURE ENGINEERING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24D6A98-3EB3-DD70-F52D-5950FA23C61C}"/>
              </a:ext>
            </a:extLst>
          </p:cNvPr>
          <p:cNvSpPr/>
          <p:nvPr/>
        </p:nvSpPr>
        <p:spPr>
          <a:xfrm>
            <a:off x="0" y="6212745"/>
            <a:ext cx="12192000" cy="645255"/>
          </a:xfrm>
          <a:prstGeom prst="rect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Sun with solid fill">
            <a:extLst>
              <a:ext uri="{FF2B5EF4-FFF2-40B4-BE49-F238E27FC236}">
                <a16:creationId xmlns:a16="http://schemas.microsoft.com/office/drawing/2014/main" id="{33F656AD-81CC-612A-0851-1904D0260E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97162" y="4267827"/>
            <a:ext cx="331116" cy="331116"/>
          </a:xfrm>
          <a:prstGeom prst="rect">
            <a:avLst/>
          </a:prstGeom>
        </p:spPr>
      </p:pic>
      <p:pic>
        <p:nvPicPr>
          <p:cNvPr id="34" name="Graphic 33" descr="Stars with solid fill">
            <a:extLst>
              <a:ext uri="{FF2B5EF4-FFF2-40B4-BE49-F238E27FC236}">
                <a16:creationId xmlns:a16="http://schemas.microsoft.com/office/drawing/2014/main" id="{950A09F9-06B8-B026-4281-08B181BB7C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1078" y="1674465"/>
            <a:ext cx="457200" cy="4572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83FA26-4450-EC49-962E-9C96F66BC27D}"/>
              </a:ext>
            </a:extLst>
          </p:cNvPr>
          <p:cNvSpPr/>
          <p:nvPr/>
        </p:nvSpPr>
        <p:spPr>
          <a:xfrm>
            <a:off x="788761" y="3766233"/>
            <a:ext cx="9198303" cy="1877437"/>
          </a:xfrm>
          <a:prstGeom prst="round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7593A4-51C1-43CF-2952-39D281E39B5E}"/>
              </a:ext>
            </a:extLst>
          </p:cNvPr>
          <p:cNvSpPr txBox="1"/>
          <p:nvPr/>
        </p:nvSpPr>
        <p:spPr>
          <a:xfrm>
            <a:off x="1012079" y="1288102"/>
            <a:ext cx="85404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Fraud model should </a:t>
            </a:r>
            <a:r>
              <a:rPr lang="en-US" sz="1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prioritize behavioral and transaction-level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Rapid repeated transactions on the same card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Late night transactions (10 PM – 3 AM)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Larger than normal transaction amounts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Certain Merchant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Unusually high Implied Travel Speeds between consecutive transactions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9B112D-3DF9-9A3D-0022-83CF756462DC}"/>
              </a:ext>
            </a:extLst>
          </p:cNvPr>
          <p:cNvSpPr txBox="1"/>
          <p:nvPr/>
        </p:nvSpPr>
        <p:spPr>
          <a:xfrm>
            <a:off x="1012079" y="3899602"/>
            <a:ext cx="4236737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Value Model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Amt (Transaction Amount)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Hour Of 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Transaction Velocity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Minutes &amp; Distance Since Previous Transaction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Implied Travel Speed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205769F-B3B4-5A70-AE08-530C58A0C65B}"/>
              </a:ext>
            </a:extLst>
          </p:cNvPr>
          <p:cNvSpPr/>
          <p:nvPr/>
        </p:nvSpPr>
        <p:spPr>
          <a:xfrm>
            <a:off x="817121" y="1089694"/>
            <a:ext cx="9198303" cy="2107464"/>
          </a:xfrm>
          <a:prstGeom prst="round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6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A1052-C7EB-9AF9-2432-FE0FC70B4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DFCC4-3C50-9857-1CA9-B5DBB58F9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413" y="63088"/>
            <a:ext cx="7989651" cy="72745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MODEL BUILDING &amp; EVALUATION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2D13F7F-0A22-0462-9049-3B7356DA10D5}"/>
              </a:ext>
            </a:extLst>
          </p:cNvPr>
          <p:cNvSpPr/>
          <p:nvPr/>
        </p:nvSpPr>
        <p:spPr>
          <a:xfrm>
            <a:off x="0" y="6212745"/>
            <a:ext cx="12192000" cy="645255"/>
          </a:xfrm>
          <a:prstGeom prst="rect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Sun with solid fill">
            <a:extLst>
              <a:ext uri="{FF2B5EF4-FFF2-40B4-BE49-F238E27FC236}">
                <a16:creationId xmlns:a16="http://schemas.microsoft.com/office/drawing/2014/main" id="{72B78B6D-A787-2069-1F6B-824C1ED3A0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97162" y="4267827"/>
            <a:ext cx="331116" cy="331116"/>
          </a:xfrm>
          <a:prstGeom prst="rect">
            <a:avLst/>
          </a:prstGeom>
        </p:spPr>
      </p:pic>
      <p:pic>
        <p:nvPicPr>
          <p:cNvPr id="34" name="Graphic 33" descr="Stars with solid fill">
            <a:extLst>
              <a:ext uri="{FF2B5EF4-FFF2-40B4-BE49-F238E27FC236}">
                <a16:creationId xmlns:a16="http://schemas.microsoft.com/office/drawing/2014/main" id="{D55BCAD4-7FF4-0A62-97EE-BFB52E442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1078" y="1674465"/>
            <a:ext cx="457200" cy="457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EB5D1B-D6C8-ACE5-6536-C1DB692913B5}"/>
              </a:ext>
            </a:extLst>
          </p:cNvPr>
          <p:cNvSpPr txBox="1"/>
          <p:nvPr/>
        </p:nvSpPr>
        <p:spPr>
          <a:xfrm>
            <a:off x="2477316" y="587623"/>
            <a:ext cx="8763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Comparing multiple machine learning models to find the best fraud detection system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F1B1F6-010A-F7CD-5953-8D5235E88490}"/>
              </a:ext>
            </a:extLst>
          </p:cNvPr>
          <p:cNvSpPr/>
          <p:nvPr/>
        </p:nvSpPr>
        <p:spPr>
          <a:xfrm>
            <a:off x="719846" y="1005966"/>
            <a:ext cx="11115473" cy="1025179"/>
          </a:xfrm>
          <a:prstGeom prst="round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FBA3DE-D010-CD55-6152-B24A67E9652E}"/>
              </a:ext>
            </a:extLst>
          </p:cNvPr>
          <p:cNvCxnSpPr>
            <a:cxnSpLocks/>
          </p:cNvCxnSpPr>
          <p:nvPr/>
        </p:nvCxnSpPr>
        <p:spPr>
          <a:xfrm rot="10800000">
            <a:off x="3644586" y="1025305"/>
            <a:ext cx="0" cy="100584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9CEDC6-8439-3CE5-4462-8A0504298953}"/>
              </a:ext>
            </a:extLst>
          </p:cNvPr>
          <p:cNvCxnSpPr>
            <a:cxnSpLocks/>
          </p:cNvCxnSpPr>
          <p:nvPr/>
        </p:nvCxnSpPr>
        <p:spPr>
          <a:xfrm rot="10800000">
            <a:off x="9072627" y="1025305"/>
            <a:ext cx="0" cy="100584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5E24E6-E2B2-87C2-3612-B0625957006B}"/>
              </a:ext>
            </a:extLst>
          </p:cNvPr>
          <p:cNvCxnSpPr>
            <a:cxnSpLocks/>
          </p:cNvCxnSpPr>
          <p:nvPr/>
        </p:nvCxnSpPr>
        <p:spPr>
          <a:xfrm rot="10800000">
            <a:off x="6303484" y="1005966"/>
            <a:ext cx="0" cy="100584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680F531-45A7-C28C-6C1F-27ACE622EF4E}"/>
              </a:ext>
            </a:extLst>
          </p:cNvPr>
          <p:cNvSpPr txBox="1"/>
          <p:nvPr/>
        </p:nvSpPr>
        <p:spPr>
          <a:xfrm>
            <a:off x="1357048" y="1101338"/>
            <a:ext cx="2240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Goal:</a:t>
            </a:r>
          </a:p>
          <a:p>
            <a:pPr algn="ctr"/>
            <a:r>
              <a:rPr lang="en-US" sz="12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the model with the best balance of high recall and low false positives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15CAF9-6809-396B-AA58-7877D40304A4}"/>
              </a:ext>
            </a:extLst>
          </p:cNvPr>
          <p:cNvSpPr txBox="1"/>
          <p:nvPr/>
        </p:nvSpPr>
        <p:spPr>
          <a:xfrm>
            <a:off x="4183839" y="1105799"/>
            <a:ext cx="1908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Dataset:</a:t>
            </a:r>
          </a:p>
          <a:p>
            <a:pPr algn="ctr"/>
            <a:r>
              <a:rPr lang="en-US" sz="12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 1.3M transactions</a:t>
            </a:r>
            <a:br>
              <a:rPr lang="en-US" sz="12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Fraud Rate : ~0.58%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C4C9B5-B839-F0B5-8D5A-0B0B02D77D9E}"/>
              </a:ext>
            </a:extLst>
          </p:cNvPr>
          <p:cNvSpPr txBox="1"/>
          <p:nvPr/>
        </p:nvSpPr>
        <p:spPr>
          <a:xfrm>
            <a:off x="6949756" y="1105798"/>
            <a:ext cx="1908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Evaluation:</a:t>
            </a:r>
          </a:p>
          <a:p>
            <a:pPr algn="ctr"/>
            <a:r>
              <a:rPr lang="en-US" sz="12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set with validation tuned threshold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8038AE-B425-D482-30BF-4CE2F968CA8C}"/>
              </a:ext>
            </a:extLst>
          </p:cNvPr>
          <p:cNvSpPr txBox="1"/>
          <p:nvPr/>
        </p:nvSpPr>
        <p:spPr>
          <a:xfrm>
            <a:off x="9767477" y="1105798"/>
            <a:ext cx="1908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Metric:</a:t>
            </a:r>
          </a:p>
          <a:p>
            <a:pPr algn="ctr"/>
            <a:r>
              <a:rPr lang="en-US" sz="12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Recall, F1-Score, Precision, PR-AUC</a:t>
            </a:r>
          </a:p>
        </p:txBody>
      </p:sp>
      <p:pic>
        <p:nvPicPr>
          <p:cNvPr id="25" name="Graphic 24" descr="Bullseye with solid fill">
            <a:extLst>
              <a:ext uri="{FF2B5EF4-FFF2-40B4-BE49-F238E27FC236}">
                <a16:creationId xmlns:a16="http://schemas.microsoft.com/office/drawing/2014/main" id="{54A92063-34A1-0F39-9948-1AF5F238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795" y="1219391"/>
            <a:ext cx="617667" cy="617667"/>
          </a:xfrm>
          <a:prstGeom prst="rect">
            <a:avLst/>
          </a:prstGeom>
        </p:spPr>
      </p:pic>
      <p:pic>
        <p:nvPicPr>
          <p:cNvPr id="27" name="Graphic 26" descr="Star with solid fill">
            <a:extLst>
              <a:ext uri="{FF2B5EF4-FFF2-40B4-BE49-F238E27FC236}">
                <a16:creationId xmlns:a16="http://schemas.microsoft.com/office/drawing/2014/main" id="{7C6EEC1F-819E-7128-76F2-F83474CDE4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38256" y="1109139"/>
            <a:ext cx="565326" cy="565326"/>
          </a:xfrm>
          <a:prstGeom prst="rect">
            <a:avLst/>
          </a:prstGeom>
        </p:spPr>
      </p:pic>
      <p:pic>
        <p:nvPicPr>
          <p:cNvPr id="29" name="Graphic 28" descr="Scales of justice with solid fill">
            <a:extLst>
              <a:ext uri="{FF2B5EF4-FFF2-40B4-BE49-F238E27FC236}">
                <a16:creationId xmlns:a16="http://schemas.microsoft.com/office/drawing/2014/main" id="{E866713B-C61D-16C0-D8B2-75DD6DEB5F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2350" y="1153100"/>
            <a:ext cx="599030" cy="599030"/>
          </a:xfrm>
          <a:prstGeom prst="rect">
            <a:avLst/>
          </a:prstGeom>
        </p:spPr>
      </p:pic>
      <p:pic>
        <p:nvPicPr>
          <p:cNvPr id="31" name="Graphic 30" descr="Database with solid fill">
            <a:extLst>
              <a:ext uri="{FF2B5EF4-FFF2-40B4-BE49-F238E27FC236}">
                <a16:creationId xmlns:a16="http://schemas.microsoft.com/office/drawing/2014/main" id="{D46DA25A-4993-080D-DFD7-F854DD829E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0322" y="1221719"/>
            <a:ext cx="530410" cy="530410"/>
          </a:xfrm>
          <a:prstGeom prst="rect">
            <a:avLst/>
          </a:prstGeom>
        </p:spPr>
      </p:pic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20835D5F-504C-9151-BEB8-167168D1A5E4}"/>
              </a:ext>
            </a:extLst>
          </p:cNvPr>
          <p:cNvSpPr/>
          <p:nvPr/>
        </p:nvSpPr>
        <p:spPr>
          <a:xfrm>
            <a:off x="719846" y="2149038"/>
            <a:ext cx="3197157" cy="3162264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F8E36C-86A5-4833-F14E-1E78E8DBA30E}"/>
              </a:ext>
            </a:extLst>
          </p:cNvPr>
          <p:cNvSpPr txBox="1"/>
          <p:nvPr/>
        </p:nvSpPr>
        <p:spPr>
          <a:xfrm>
            <a:off x="1807813" y="2286257"/>
            <a:ext cx="1992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 Models:</a:t>
            </a:r>
          </a:p>
          <a:p>
            <a:pPr algn="ctr"/>
            <a:r>
              <a:rPr lang="en-US" sz="12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Logistic Regression, Decision Tree, KNN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D75C6A-0554-B209-DDF7-2BF5F3571C6B}"/>
              </a:ext>
            </a:extLst>
          </p:cNvPr>
          <p:cNvSpPr txBox="1"/>
          <p:nvPr/>
        </p:nvSpPr>
        <p:spPr>
          <a:xfrm>
            <a:off x="1807812" y="3050481"/>
            <a:ext cx="1992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Ensemble Models:</a:t>
            </a:r>
          </a:p>
          <a:p>
            <a:pPr algn="ctr"/>
            <a:r>
              <a:rPr lang="en-US" sz="12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Forest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569902-D4DE-157C-4BB1-1CC885A5C40D}"/>
              </a:ext>
            </a:extLst>
          </p:cNvPr>
          <p:cNvSpPr txBox="1"/>
          <p:nvPr/>
        </p:nvSpPr>
        <p:spPr>
          <a:xfrm>
            <a:off x="1807811" y="3630039"/>
            <a:ext cx="1992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Boosting Models:</a:t>
            </a:r>
          </a:p>
          <a:p>
            <a:pPr algn="ctr"/>
            <a:r>
              <a:rPr lang="en-US" sz="1200" dirty="0" err="1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US" sz="12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LightGBM</a:t>
            </a:r>
            <a:endParaRPr lang="en-US" sz="1200" dirty="0">
              <a:solidFill>
                <a:srgbClr val="0034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66F442-61FD-EAF7-0A39-DDCF6C93F859}"/>
              </a:ext>
            </a:extLst>
          </p:cNvPr>
          <p:cNvSpPr txBox="1"/>
          <p:nvPr/>
        </p:nvSpPr>
        <p:spPr>
          <a:xfrm>
            <a:off x="1807811" y="4157157"/>
            <a:ext cx="19925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Neural Network: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D8011B-06BC-F16A-7DEE-2E39C561BE4E}"/>
              </a:ext>
            </a:extLst>
          </p:cNvPr>
          <p:cNvSpPr txBox="1"/>
          <p:nvPr/>
        </p:nvSpPr>
        <p:spPr>
          <a:xfrm>
            <a:off x="1807810" y="4471135"/>
            <a:ext cx="19925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Threshold Tuning:</a:t>
            </a:r>
          </a:p>
          <a:p>
            <a:pPr algn="ctr"/>
            <a:r>
              <a:rPr lang="en-US" sz="1200" dirty="0">
                <a:solidFill>
                  <a:srgbClr val="0034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threshold on validation set and evaluate on test set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EABF92D-5630-2702-3E2C-EA2333F98B44}"/>
              </a:ext>
            </a:extLst>
          </p:cNvPr>
          <p:cNvSpPr/>
          <p:nvPr/>
        </p:nvSpPr>
        <p:spPr>
          <a:xfrm>
            <a:off x="1524090" y="2418043"/>
            <a:ext cx="334084" cy="346087"/>
          </a:xfrm>
          <a:prstGeom prst="ellipse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D5C899E-52F4-08D8-D2DF-782834222014}"/>
              </a:ext>
            </a:extLst>
          </p:cNvPr>
          <p:cNvSpPr/>
          <p:nvPr/>
        </p:nvSpPr>
        <p:spPr>
          <a:xfrm>
            <a:off x="1524090" y="3091028"/>
            <a:ext cx="334084" cy="346087"/>
          </a:xfrm>
          <a:prstGeom prst="ellipse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A7629C6-9836-A51C-D13C-75A9611D2179}"/>
              </a:ext>
            </a:extLst>
          </p:cNvPr>
          <p:cNvSpPr/>
          <p:nvPr/>
        </p:nvSpPr>
        <p:spPr>
          <a:xfrm>
            <a:off x="1524090" y="3696638"/>
            <a:ext cx="334084" cy="346087"/>
          </a:xfrm>
          <a:prstGeom prst="ellipse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2532871-5B0B-F346-064F-B2F10295F7C4}"/>
              </a:ext>
            </a:extLst>
          </p:cNvPr>
          <p:cNvSpPr/>
          <p:nvPr/>
        </p:nvSpPr>
        <p:spPr>
          <a:xfrm>
            <a:off x="1524084" y="4165514"/>
            <a:ext cx="334084" cy="346087"/>
          </a:xfrm>
          <a:prstGeom prst="ellipse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F245FE6-A49F-025E-41B1-BEFE03FA0889}"/>
              </a:ext>
            </a:extLst>
          </p:cNvPr>
          <p:cNvSpPr/>
          <p:nvPr/>
        </p:nvSpPr>
        <p:spPr>
          <a:xfrm>
            <a:off x="1524084" y="4674475"/>
            <a:ext cx="334084" cy="346087"/>
          </a:xfrm>
          <a:prstGeom prst="ellipse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629B7F-AD00-0757-8EDA-51C5513E06D7}"/>
              </a:ext>
            </a:extLst>
          </p:cNvPr>
          <p:cNvSpPr txBox="1"/>
          <p:nvPr/>
        </p:nvSpPr>
        <p:spPr>
          <a:xfrm>
            <a:off x="1564425" y="2405146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25F0AF-447A-EF63-B8CC-CA25C993CAD1}"/>
              </a:ext>
            </a:extLst>
          </p:cNvPr>
          <p:cNvSpPr txBox="1"/>
          <p:nvPr/>
        </p:nvSpPr>
        <p:spPr>
          <a:xfrm>
            <a:off x="1561185" y="3082843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E75B0D2-F3A9-7E1D-B504-44D5FEBDE769}"/>
              </a:ext>
            </a:extLst>
          </p:cNvPr>
          <p:cNvSpPr txBox="1"/>
          <p:nvPr/>
        </p:nvSpPr>
        <p:spPr>
          <a:xfrm>
            <a:off x="1561185" y="3685955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CD198E0-9C38-95E9-C95B-0C7EF7E11340}"/>
              </a:ext>
            </a:extLst>
          </p:cNvPr>
          <p:cNvSpPr txBox="1"/>
          <p:nvPr/>
        </p:nvSpPr>
        <p:spPr>
          <a:xfrm>
            <a:off x="1561185" y="414640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07D6919-6DB8-DE79-CBD8-FAF512052238}"/>
              </a:ext>
            </a:extLst>
          </p:cNvPr>
          <p:cNvSpPr txBox="1"/>
          <p:nvPr/>
        </p:nvSpPr>
        <p:spPr>
          <a:xfrm>
            <a:off x="1561185" y="466520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1EB6483-2845-AA12-986F-48F3D47114B7}"/>
              </a:ext>
            </a:extLst>
          </p:cNvPr>
          <p:cNvCxnSpPr>
            <a:cxnSpLocks/>
          </p:cNvCxnSpPr>
          <p:nvPr/>
        </p:nvCxnSpPr>
        <p:spPr>
          <a:xfrm rot="10800000">
            <a:off x="1704814" y="2783668"/>
            <a:ext cx="0" cy="27432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4B61DD4-8C21-9CEA-F875-D45605F0ECE8}"/>
              </a:ext>
            </a:extLst>
          </p:cNvPr>
          <p:cNvCxnSpPr>
            <a:cxnSpLocks/>
          </p:cNvCxnSpPr>
          <p:nvPr/>
        </p:nvCxnSpPr>
        <p:spPr>
          <a:xfrm rot="10800000">
            <a:off x="1707288" y="3411635"/>
            <a:ext cx="0" cy="27432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0301CB0-ACCF-5611-B5DD-8C7AF17903D1}"/>
              </a:ext>
            </a:extLst>
          </p:cNvPr>
          <p:cNvCxnSpPr>
            <a:cxnSpLocks/>
          </p:cNvCxnSpPr>
          <p:nvPr/>
        </p:nvCxnSpPr>
        <p:spPr>
          <a:xfrm rot="10800000">
            <a:off x="1691126" y="4525596"/>
            <a:ext cx="0" cy="18288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AB654B3-6989-1533-D4DD-235B77497261}"/>
              </a:ext>
            </a:extLst>
          </p:cNvPr>
          <p:cNvCxnSpPr>
            <a:cxnSpLocks/>
          </p:cNvCxnSpPr>
          <p:nvPr/>
        </p:nvCxnSpPr>
        <p:spPr>
          <a:xfrm rot="10800000">
            <a:off x="1707341" y="4003871"/>
            <a:ext cx="0" cy="13716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0" name="Picture 69">
            <a:extLst>
              <a:ext uri="{FF2B5EF4-FFF2-40B4-BE49-F238E27FC236}">
                <a16:creationId xmlns:a16="http://schemas.microsoft.com/office/drawing/2014/main" id="{4B3366FE-FFB6-4268-785F-5947795B34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4046" y="2158940"/>
            <a:ext cx="7070338" cy="3204097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8CB72E2C-3F85-1161-5504-FB3CDFF91F95}"/>
              </a:ext>
            </a:extLst>
          </p:cNvPr>
          <p:cNvSpPr txBox="1"/>
          <p:nvPr/>
        </p:nvSpPr>
        <p:spPr>
          <a:xfrm>
            <a:off x="2235806" y="5576143"/>
            <a:ext cx="81483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Final Model Selection 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: XG Boost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delivers the best overall balance with 80% recall and 76% precision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1542688D-184A-972F-86E2-ACE3C23517CB}"/>
              </a:ext>
            </a:extLst>
          </p:cNvPr>
          <p:cNvSpPr/>
          <p:nvPr/>
        </p:nvSpPr>
        <p:spPr>
          <a:xfrm>
            <a:off x="1807810" y="5483931"/>
            <a:ext cx="8880721" cy="454311"/>
          </a:xfrm>
          <a:prstGeom prst="round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7" name="Graphic 76" descr="Trophy with solid fill">
            <a:extLst>
              <a:ext uri="{FF2B5EF4-FFF2-40B4-BE49-F238E27FC236}">
                <a16:creationId xmlns:a16="http://schemas.microsoft.com/office/drawing/2014/main" id="{7D44C951-B4D9-B102-BB58-F27F6F97D8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66896" y="5557212"/>
            <a:ext cx="364793" cy="36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254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9EACC-7AE3-84B4-7BA4-3C3618D29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4785976-0CAC-FC0B-2118-C6F503601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160" y="11780"/>
            <a:ext cx="8911687" cy="78738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XG Boost 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6B8AF2-DD7B-1807-5605-FAE0B9DF0D21}"/>
              </a:ext>
            </a:extLst>
          </p:cNvPr>
          <p:cNvSpPr/>
          <p:nvPr/>
        </p:nvSpPr>
        <p:spPr>
          <a:xfrm>
            <a:off x="0" y="6212745"/>
            <a:ext cx="12192000" cy="645255"/>
          </a:xfrm>
          <a:prstGeom prst="rect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F16D0C-26D0-D448-20EC-7B0BEECEE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49" y="737941"/>
            <a:ext cx="11258145" cy="547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698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08261-B3E1-73B5-CAF2-48C0AD903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8BB0ECB-D75B-69E5-AE92-C3A5260B2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936" y="102471"/>
            <a:ext cx="8911687" cy="78738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Recommendation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4E3226-F95A-7ED6-6402-C81F806851E4}"/>
              </a:ext>
            </a:extLst>
          </p:cNvPr>
          <p:cNvSpPr/>
          <p:nvPr/>
        </p:nvSpPr>
        <p:spPr>
          <a:xfrm>
            <a:off x="0" y="6212745"/>
            <a:ext cx="12192000" cy="645255"/>
          </a:xfrm>
          <a:prstGeom prst="rect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08C06C-DE72-8B20-F919-C58ADFA58947}"/>
              </a:ext>
            </a:extLst>
          </p:cNvPr>
          <p:cNvSpPr txBox="1"/>
          <p:nvPr/>
        </p:nvSpPr>
        <p:spPr>
          <a:xfrm>
            <a:off x="435946" y="799161"/>
            <a:ext cx="117560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Cost – Benefit Summary : XG Boost detected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79.6%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of fraud transactions and captured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78.9%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of fraud value (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$120,784 of $153,150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), reducing estimated fraud-related cost by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31.2%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delivering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$47.7K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 net savings at a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65.3% ROI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86AA709-691C-ED20-F413-759EAEC8F47C}"/>
              </a:ext>
            </a:extLst>
          </p:cNvPr>
          <p:cNvCxnSpPr>
            <a:cxnSpLocks/>
          </p:cNvCxnSpPr>
          <p:nvPr/>
        </p:nvCxnSpPr>
        <p:spPr>
          <a:xfrm rot="10800000">
            <a:off x="3080386" y="1384500"/>
            <a:ext cx="0" cy="100584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2DE3BD-3BB0-999A-FCF5-6E6FE2AC7429}"/>
              </a:ext>
            </a:extLst>
          </p:cNvPr>
          <p:cNvCxnSpPr>
            <a:cxnSpLocks/>
          </p:cNvCxnSpPr>
          <p:nvPr/>
        </p:nvCxnSpPr>
        <p:spPr>
          <a:xfrm rot="10800000">
            <a:off x="5927347" y="1365161"/>
            <a:ext cx="0" cy="100584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5AACF83-6B4B-3DD4-8FD2-15958792C205}"/>
              </a:ext>
            </a:extLst>
          </p:cNvPr>
          <p:cNvCxnSpPr>
            <a:cxnSpLocks/>
          </p:cNvCxnSpPr>
          <p:nvPr/>
        </p:nvCxnSpPr>
        <p:spPr>
          <a:xfrm rot="10800000">
            <a:off x="8949407" y="1365161"/>
            <a:ext cx="0" cy="100584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C63CD748-FEA2-E1C3-4E25-6C8DC448E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6" y="1303797"/>
            <a:ext cx="11684718" cy="490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82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B11C0-F63D-0FD5-7588-96AE1E8E2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CDF64-8D32-8BB3-A812-692BF7E35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428" y="2359457"/>
            <a:ext cx="8865623" cy="1819656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34A4E-D9DB-1B96-0B38-25D07B577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748449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889CC-736A-5B16-71FC-5697E9E28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F6B3A46-90EF-D3F7-F212-68751A769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936" y="102471"/>
            <a:ext cx="8911687" cy="78738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Recommendation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AF2D9C-F1BA-BEC9-33F2-3F5E6DD23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2529191"/>
            <a:ext cx="10981137" cy="340585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4057C8-65FD-E148-4588-1233D9D15161}"/>
              </a:ext>
            </a:extLst>
          </p:cNvPr>
          <p:cNvSpPr/>
          <p:nvPr/>
        </p:nvSpPr>
        <p:spPr>
          <a:xfrm>
            <a:off x="0" y="6212745"/>
            <a:ext cx="12192000" cy="645255"/>
          </a:xfrm>
          <a:prstGeom prst="rect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FC22DA-2A93-0B8F-CD72-3249CB18DFCF}"/>
              </a:ext>
            </a:extLst>
          </p:cNvPr>
          <p:cNvSpPr txBox="1"/>
          <p:nvPr/>
        </p:nvSpPr>
        <p:spPr>
          <a:xfrm>
            <a:off x="435946" y="799161"/>
            <a:ext cx="117560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Cost – Benefit Summary : XG Boost detected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79.6%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of fraud transactions and captured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78.9%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of fraud value (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$120,784 of $153,150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), reducing estimated fraud-related cost by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31.2%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delivering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$47.7K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 net savings at a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65.3% ROI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6D08B05-0927-5FF5-55F6-2D466CB51CE0}"/>
              </a:ext>
            </a:extLst>
          </p:cNvPr>
          <p:cNvSpPr/>
          <p:nvPr/>
        </p:nvSpPr>
        <p:spPr>
          <a:xfrm>
            <a:off x="435946" y="1365161"/>
            <a:ext cx="11115473" cy="10251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F34579-CB40-FC24-7E80-4A252610FA2F}"/>
              </a:ext>
            </a:extLst>
          </p:cNvPr>
          <p:cNvCxnSpPr>
            <a:cxnSpLocks/>
          </p:cNvCxnSpPr>
          <p:nvPr/>
        </p:nvCxnSpPr>
        <p:spPr>
          <a:xfrm rot="10800000">
            <a:off x="3080386" y="1384500"/>
            <a:ext cx="0" cy="100584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DA00508-F4F5-FE58-A298-CA114D17C051}"/>
              </a:ext>
            </a:extLst>
          </p:cNvPr>
          <p:cNvCxnSpPr>
            <a:cxnSpLocks/>
          </p:cNvCxnSpPr>
          <p:nvPr/>
        </p:nvCxnSpPr>
        <p:spPr>
          <a:xfrm rot="10800000">
            <a:off x="5927347" y="1365161"/>
            <a:ext cx="0" cy="100584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8F9F5FA-262D-1EDD-1260-EC5BA363B508}"/>
              </a:ext>
            </a:extLst>
          </p:cNvPr>
          <p:cNvCxnSpPr>
            <a:cxnSpLocks/>
          </p:cNvCxnSpPr>
          <p:nvPr/>
        </p:nvCxnSpPr>
        <p:spPr>
          <a:xfrm rot="10800000">
            <a:off x="8949407" y="1365161"/>
            <a:ext cx="0" cy="100584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7875516B-9AFA-737B-B6AA-7B5279669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38" y="1303797"/>
            <a:ext cx="9563591" cy="445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675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B1B4E-8BC8-36BF-E534-B0D6E79A2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BD4A31D-04B1-FC8D-6BDA-6FBF4FC53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160" y="11780"/>
            <a:ext cx="8911687" cy="78738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XG Boost 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BBDB06-0B2C-7E03-8ADD-ABE5002DACE4}"/>
              </a:ext>
            </a:extLst>
          </p:cNvPr>
          <p:cNvSpPr/>
          <p:nvPr/>
        </p:nvSpPr>
        <p:spPr>
          <a:xfrm>
            <a:off x="0" y="6212745"/>
            <a:ext cx="12192000" cy="645255"/>
          </a:xfrm>
          <a:prstGeom prst="rect">
            <a:avLst/>
          </a:prstGeom>
          <a:solidFill>
            <a:srgbClr val="0034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7A066C-FDB4-67A5-1CAD-AB346ED88A52}"/>
              </a:ext>
            </a:extLst>
          </p:cNvPr>
          <p:cNvSpPr txBox="1"/>
          <p:nvPr/>
        </p:nvSpPr>
        <p:spPr>
          <a:xfrm>
            <a:off x="435946" y="799161"/>
            <a:ext cx="11756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Model Performance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0842CD9-3AB4-F1DB-5CDA-F31E86D8C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004" y="1197052"/>
            <a:ext cx="5226996" cy="4801671"/>
          </a:xfrm>
          <a:prstGeom prst="rect">
            <a:avLst/>
          </a:prstGeom>
        </p:spPr>
      </p:pic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7560DFFB-49A3-5A11-BCE1-3AA370B831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370847"/>
              </p:ext>
            </p:extLst>
          </p:nvPr>
        </p:nvGraphicFramePr>
        <p:xfrm>
          <a:off x="371372" y="1197052"/>
          <a:ext cx="6593632" cy="47079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75922">
                  <a:extLst>
                    <a:ext uri="{9D8B030D-6E8A-4147-A177-3AD203B41FA5}">
                      <a16:colId xmlns:a16="http://schemas.microsoft.com/office/drawing/2014/main" val="2421323848"/>
                    </a:ext>
                  </a:extLst>
                </a:gridCol>
                <a:gridCol w="2675922">
                  <a:extLst>
                    <a:ext uri="{9D8B030D-6E8A-4147-A177-3AD203B41FA5}">
                      <a16:colId xmlns:a16="http://schemas.microsoft.com/office/drawing/2014/main" val="1142800001"/>
                    </a:ext>
                  </a:extLst>
                </a:gridCol>
                <a:gridCol w="1241788">
                  <a:extLst>
                    <a:ext uri="{9D8B030D-6E8A-4147-A177-3AD203B41FA5}">
                      <a16:colId xmlns:a16="http://schemas.microsoft.com/office/drawing/2014/main" val="514582358"/>
                    </a:ext>
                  </a:extLst>
                </a:gridCol>
              </a:tblGrid>
              <a:tr h="543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IT MEANS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XGBOOST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3789139"/>
                  </a:ext>
                </a:extLst>
              </a:tr>
              <a:tr h="1258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When the model predicts fraud, how often it is right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75.77%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682945"/>
                  </a:ext>
                </a:extLst>
              </a:tr>
              <a:tr h="968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How well the model finds all actual fraud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79.58%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919188"/>
                  </a:ext>
                </a:extLst>
              </a:tr>
              <a:tr h="968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Balance between precision and 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77.63%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748662"/>
                  </a:ext>
                </a:extLst>
              </a:tr>
              <a:tr h="968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PR-AUC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Overall ability to identify fraud across thresholds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86.09%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0834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175569"/>
      </p:ext>
    </p:extLst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12264</TotalTime>
  <Words>1170</Words>
  <Application>Microsoft Office PowerPoint</Application>
  <PresentationFormat>Widescreen</PresentationFormat>
  <Paragraphs>167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Courier New</vt:lpstr>
      <vt:lpstr>Oswald SemiBold</vt:lpstr>
      <vt:lpstr>Univers Condensed Light</vt:lpstr>
      <vt:lpstr>Orange Experience</vt:lpstr>
      <vt:lpstr>Credit Card Fraud Detection (Fraud Shield AI)</vt:lpstr>
      <vt:lpstr>Problem Statement &amp; Overview</vt:lpstr>
      <vt:lpstr>EXPLORATORY DATA ANALYSIS</vt:lpstr>
      <vt:lpstr>TRANSACTION AMOUNT ANALYSIS</vt:lpstr>
      <vt:lpstr>TIME PATTERN ANALYSIS</vt:lpstr>
      <vt:lpstr>TRANSACTION VELOCITY ANALYSIS</vt:lpstr>
      <vt:lpstr>CUSTOMER SPENDING HABIT ANALYSIS</vt:lpstr>
      <vt:lpstr>GEO SPATIAL METRIC ANALYSIS</vt:lpstr>
      <vt:lpstr>EDA INSIGHTS → FEATURE ENGINEERING</vt:lpstr>
      <vt:lpstr>MODEL BUILDING &amp; EVALUATION</vt:lpstr>
      <vt:lpstr>XG Boost Model</vt:lpstr>
      <vt:lpstr>Recommendation</vt:lpstr>
      <vt:lpstr>THANK YOU</vt:lpstr>
      <vt:lpstr>Recommendation</vt:lpstr>
      <vt:lpstr>XG Boost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Edelman Competition: 2012 Awards</dc:title>
  <dc:creator>Nancy Correa</dc:creator>
  <cp:lastModifiedBy>Shruthi Prasad</cp:lastModifiedBy>
  <cp:revision>33</cp:revision>
  <dcterms:created xsi:type="dcterms:W3CDTF">2018-02-16T01:06:10Z</dcterms:created>
  <dcterms:modified xsi:type="dcterms:W3CDTF">2026-09-03T17:57:22Z</dcterms:modified>
</cp:coreProperties>
</file>